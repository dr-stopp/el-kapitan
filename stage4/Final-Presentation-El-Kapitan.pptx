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3" r:id="rId6"/>
    <p:sldId id="264" r:id="rId7"/>
    <p:sldId id="269" r:id="rId8"/>
    <p:sldId id="262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61F498-60EF-1952-0717-BC9107705994}" v="372" dt="2026-04-22T02:42:47.110"/>
    <p1510:client id="{12E9972F-400B-C586-A3D0-B5D5FE9CB3D2}" v="56" dt="2026-04-21T09:01:29.773"/>
    <p1510:client id="{38B843D5-F172-7991-8D5E-652D1442705E}" v="8" dt="2026-04-22T03:09:36.476"/>
    <p1510:client id="{4983D648-112A-AFCD-FD8F-2AB4E9672A68}" v="212" dt="2026-04-22T02:53:48.288"/>
    <p1510:client id="{5072FB30-B530-5999-6E9E-14D73F7F22FC}" v="11" dt="2026-04-22T03:37:36.619"/>
    <p1510:client id="{7097B17C-0B4D-6FFA-2447-3D24D5BEB54C}" v="1" dt="2026-04-22T10:40:09.638"/>
    <p1510:client id="{785C922B-7429-2D8D-FF7B-4FB7131C421B}" v="9" dt="2026-04-22T16:23:01.161"/>
    <p1510:client id="{A3BE3D2D-D977-E8DD-D69E-261F3755080B}" v="363" dt="2026-04-22T18:07:09.0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9"/>
  </p:normalViewPr>
  <p:slideViewPr>
    <p:cSldViewPr snapToGrid="0">
      <p:cViewPr varScale="1">
        <p:scale>
          <a:sx n="119" d="100"/>
          <a:sy n="119" d="100"/>
        </p:scale>
        <p:origin x="21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hrbod Mehrabi" userId="S::mm21nz@brocku.ca::6984a107-0553-4adb-8414-3ca6f17fb6e3" providerId="AD" clId="Web-{198916B9-7371-198D-7D2A-CD221A04260A}"/>
    <pc:docChg chg="modSld">
      <pc:chgData name="Mehrbod Mehrabi" userId="S::mm21nz@brocku.ca::6984a107-0553-4adb-8414-3ca6f17fb6e3" providerId="AD" clId="Web-{198916B9-7371-198D-7D2A-CD221A04260A}" dt="2026-04-18T16:24:00.688" v="12" actId="20577"/>
      <pc:docMkLst>
        <pc:docMk/>
      </pc:docMkLst>
      <pc:sldChg chg="modSp">
        <pc:chgData name="Mehrbod Mehrabi" userId="S::mm21nz@brocku.ca::6984a107-0553-4adb-8414-3ca6f17fb6e3" providerId="AD" clId="Web-{198916B9-7371-198D-7D2A-CD221A04260A}" dt="2026-04-18T16:24:00.688" v="12" actId="20577"/>
        <pc:sldMkLst>
          <pc:docMk/>
          <pc:sldMk cId="0" sldId="263"/>
        </pc:sldMkLst>
        <pc:spChg chg="mod">
          <ac:chgData name="Mehrbod Mehrabi" userId="S::mm21nz@brocku.ca::6984a107-0553-4adb-8414-3ca6f17fb6e3" providerId="AD" clId="Web-{198916B9-7371-198D-7D2A-CD221A04260A}" dt="2026-04-18T16:24:00.688" v="12" actId="20577"/>
          <ac:spMkLst>
            <pc:docMk/>
            <pc:sldMk cId="0" sldId="263"/>
            <ac:spMk id="10" creationId="{00000000-0000-0000-0000-000000000000}"/>
          </ac:spMkLst>
        </pc:spChg>
      </pc:sldChg>
    </pc:docChg>
  </pc:docChgLst>
  <pc:docChgLst>
    <pc:chgData name="Mehrbod Mehrabi" userId="S::mm21nz@brocku.ca::6984a107-0553-4adb-8414-3ca6f17fb6e3" providerId="AD" clId="Web-{4983D648-112A-AFCD-FD8F-2AB4E9672A68}"/>
    <pc:docChg chg="addSld modSld">
      <pc:chgData name="Mehrbod Mehrabi" userId="S::mm21nz@brocku.ca::6984a107-0553-4adb-8414-3ca6f17fb6e3" providerId="AD" clId="Web-{4983D648-112A-AFCD-FD8F-2AB4E9672A68}" dt="2026-04-22T02:53:48.288" v="211"/>
      <pc:docMkLst>
        <pc:docMk/>
      </pc:docMkLst>
      <pc:sldChg chg="modSp">
        <pc:chgData name="Mehrbod Mehrabi" userId="S::mm21nz@brocku.ca::6984a107-0553-4adb-8414-3ca6f17fb6e3" providerId="AD" clId="Web-{4983D648-112A-AFCD-FD8F-2AB4E9672A68}" dt="2026-04-22T02:52:39.054" v="210" actId="20577"/>
        <pc:sldMkLst>
          <pc:docMk/>
          <pc:sldMk cId="0" sldId="266"/>
        </pc:sldMkLst>
        <pc:spChg chg="mod">
          <ac:chgData name="Mehrbod Mehrabi" userId="S::mm21nz@brocku.ca::6984a107-0553-4adb-8414-3ca6f17fb6e3" providerId="AD" clId="Web-{4983D648-112A-AFCD-FD8F-2AB4E9672A68}" dt="2026-04-22T02:50:03.007" v="24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Mehrbod Mehrabi" userId="S::mm21nz@brocku.ca::6984a107-0553-4adb-8414-3ca6f17fb6e3" providerId="AD" clId="Web-{4983D648-112A-AFCD-FD8F-2AB4E9672A68}" dt="2026-04-22T02:52:39.054" v="210" actId="20577"/>
          <ac:spMkLst>
            <pc:docMk/>
            <pc:sldMk cId="0" sldId="266"/>
            <ac:spMk id="21" creationId="{00000000-0000-0000-0000-000000000000}"/>
          </ac:spMkLst>
        </pc:spChg>
      </pc:sldChg>
      <pc:sldChg chg="add replId">
        <pc:chgData name="Mehrbod Mehrabi" userId="S::mm21nz@brocku.ca::6984a107-0553-4adb-8414-3ca6f17fb6e3" providerId="AD" clId="Web-{4983D648-112A-AFCD-FD8F-2AB4E9672A68}" dt="2026-04-22T02:53:48.288" v="211"/>
        <pc:sldMkLst>
          <pc:docMk/>
          <pc:sldMk cId="1952687183" sldId="268"/>
        </pc:sldMkLst>
      </pc:sldChg>
    </pc:docChg>
  </pc:docChgLst>
  <pc:docChgLst>
    <pc:chgData name="Bhuvanesh Annauth" userId="S::ba21eq@brocku.ca::445411a4-3893-40cb-b803-b359afa58af6" providerId="AD" clId="Web-{785C922B-7429-2D8D-FF7B-4FB7131C421B}"/>
    <pc:docChg chg="modSld">
      <pc:chgData name="Bhuvanesh Annauth" userId="S::ba21eq@brocku.ca::445411a4-3893-40cb-b803-b359afa58af6" providerId="AD" clId="Web-{785C922B-7429-2D8D-FF7B-4FB7131C421B}" dt="2026-04-22T16:23:01.161" v="8" actId="20577"/>
      <pc:docMkLst>
        <pc:docMk/>
      </pc:docMkLst>
      <pc:sldChg chg="modSp">
        <pc:chgData name="Bhuvanesh Annauth" userId="S::ba21eq@brocku.ca::445411a4-3893-40cb-b803-b359afa58af6" providerId="AD" clId="Web-{785C922B-7429-2D8D-FF7B-4FB7131C421B}" dt="2026-04-22T16:23:01.161" v="8" actId="20577"/>
        <pc:sldMkLst>
          <pc:docMk/>
          <pc:sldMk cId="0" sldId="266"/>
        </pc:sldMkLst>
        <pc:spChg chg="mod">
          <ac:chgData name="Bhuvanesh Annauth" userId="S::ba21eq@brocku.ca::445411a4-3893-40cb-b803-b359afa58af6" providerId="AD" clId="Web-{785C922B-7429-2D8D-FF7B-4FB7131C421B}" dt="2026-04-22T16:23:01.161" v="8" actId="20577"/>
          <ac:spMkLst>
            <pc:docMk/>
            <pc:sldMk cId="0" sldId="266"/>
            <ac:spMk id="20" creationId="{00000000-0000-0000-0000-000000000000}"/>
          </ac:spMkLst>
        </pc:spChg>
      </pc:sldChg>
    </pc:docChg>
  </pc:docChgLst>
  <pc:docChgLst>
    <pc:chgData name="Alireza Firouzinia" userId="S::af21oz@brocku.ca::20bf2fe0-0160-4104-972c-121d619bb939" providerId="AD" clId="Web-{5072FB30-B530-5999-6E9E-14D73F7F22FC}"/>
    <pc:docChg chg="addSld delSld modSld">
      <pc:chgData name="Alireza Firouzinia" userId="S::af21oz@brocku.ca::20bf2fe0-0160-4104-972c-121d619bb939" providerId="AD" clId="Web-{5072FB30-B530-5999-6E9E-14D73F7F22FC}" dt="2026-04-22T03:37:36.619" v="10"/>
      <pc:docMkLst>
        <pc:docMk/>
      </pc:docMkLst>
      <pc:sldChg chg="addSp delSp">
        <pc:chgData name="Alireza Firouzinia" userId="S::af21oz@brocku.ca::20bf2fe0-0160-4104-972c-121d619bb939" providerId="AD" clId="Web-{5072FB30-B530-5999-6E9E-14D73F7F22FC}" dt="2026-04-22T03:35:24.992" v="1"/>
        <pc:sldMkLst>
          <pc:docMk/>
          <pc:sldMk cId="0" sldId="256"/>
        </pc:sldMkLst>
        <pc:picChg chg="add del">
          <ac:chgData name="Alireza Firouzinia" userId="S::af21oz@brocku.ca::20bf2fe0-0160-4104-972c-121d619bb939" providerId="AD" clId="Web-{5072FB30-B530-5999-6E9E-14D73F7F22FC}" dt="2026-04-22T03:35:24.992" v="1"/>
          <ac:picMkLst>
            <pc:docMk/>
            <pc:sldMk cId="0" sldId="256"/>
            <ac:picMk id="20" creationId="{00000000-0000-0000-0000-000000000000}"/>
          </ac:picMkLst>
        </pc:picChg>
      </pc:sldChg>
      <pc:sldChg chg="delSp modSp">
        <pc:chgData name="Alireza Firouzinia" userId="S::af21oz@brocku.ca::20bf2fe0-0160-4104-972c-121d619bb939" providerId="AD" clId="Web-{5072FB30-B530-5999-6E9E-14D73F7F22FC}" dt="2026-04-22T03:36:57.713" v="9" actId="20577"/>
        <pc:sldMkLst>
          <pc:docMk/>
          <pc:sldMk cId="0" sldId="267"/>
        </pc:sldMkLst>
        <pc:spChg chg="mod">
          <ac:chgData name="Alireza Firouzinia" userId="S::af21oz@brocku.ca::20bf2fe0-0160-4104-972c-121d619bb939" providerId="AD" clId="Web-{5072FB30-B530-5999-6E9E-14D73F7F22FC}" dt="2026-04-22T03:36:57.713" v="9" actId="20577"/>
          <ac:spMkLst>
            <pc:docMk/>
            <pc:sldMk cId="0" sldId="267"/>
            <ac:spMk id="2" creationId="{00000000-0000-0000-0000-000000000000}"/>
          </ac:spMkLst>
        </pc:spChg>
        <pc:spChg chg="del">
          <ac:chgData name="Alireza Firouzinia" userId="S::af21oz@brocku.ca::20bf2fe0-0160-4104-972c-121d619bb939" providerId="AD" clId="Web-{5072FB30-B530-5999-6E9E-14D73F7F22FC}" dt="2026-04-22T03:35:59.462" v="2"/>
          <ac:spMkLst>
            <pc:docMk/>
            <pc:sldMk cId="0" sldId="267"/>
            <ac:spMk id="20" creationId="{00000000-0000-0000-0000-000000000000}"/>
          </ac:spMkLst>
        </pc:spChg>
        <pc:spChg chg="mod">
          <ac:chgData name="Alireza Firouzinia" userId="S::af21oz@brocku.ca::20bf2fe0-0160-4104-972c-121d619bb939" providerId="AD" clId="Web-{5072FB30-B530-5999-6E9E-14D73F7F22FC}" dt="2026-04-22T03:36:25.525" v="6" actId="20577"/>
          <ac:spMkLst>
            <pc:docMk/>
            <pc:sldMk cId="0" sldId="267"/>
            <ac:spMk id="21" creationId="{00000000-0000-0000-0000-000000000000}"/>
          </ac:spMkLst>
        </pc:spChg>
      </pc:sldChg>
      <pc:sldChg chg="del">
        <pc:chgData name="Alireza Firouzinia" userId="S::af21oz@brocku.ca::20bf2fe0-0160-4104-972c-121d619bb939" providerId="AD" clId="Web-{5072FB30-B530-5999-6E9E-14D73F7F22FC}" dt="2026-04-22T03:37:36.619" v="10"/>
        <pc:sldMkLst>
          <pc:docMk/>
          <pc:sldMk cId="1952687183" sldId="268"/>
        </pc:sldMkLst>
      </pc:sldChg>
      <pc:sldChg chg="new del">
        <pc:chgData name="Alireza Firouzinia" userId="S::af21oz@brocku.ca::20bf2fe0-0160-4104-972c-121d619bb939" providerId="AD" clId="Web-{5072FB30-B530-5999-6E9E-14D73F7F22FC}" dt="2026-04-22T03:36:48.994" v="8"/>
        <pc:sldMkLst>
          <pc:docMk/>
          <pc:sldMk cId="1697106390" sldId="269"/>
        </pc:sldMkLst>
      </pc:sldChg>
    </pc:docChg>
  </pc:docChgLst>
  <pc:docChgLst>
    <pc:chgData name="Jake Wilson" userId="S::jw22fr@brocku.ca::36604baf-9494-461a-92fc-a9c0fd6483a0" providerId="AD" clId="Web-{38B843D5-F172-7991-8D5E-652D1442705E}"/>
    <pc:docChg chg="modSld">
      <pc:chgData name="Jake Wilson" userId="S::jw22fr@brocku.ca::36604baf-9494-461a-92fc-a9c0fd6483a0" providerId="AD" clId="Web-{38B843D5-F172-7991-8D5E-652D1442705E}" dt="2026-04-22T03:09:36.476" v="7" actId="20577"/>
      <pc:docMkLst>
        <pc:docMk/>
      </pc:docMkLst>
      <pc:sldChg chg="modSp">
        <pc:chgData name="Jake Wilson" userId="S::jw22fr@brocku.ca::36604baf-9494-461a-92fc-a9c0fd6483a0" providerId="AD" clId="Web-{38B843D5-F172-7991-8D5E-652D1442705E}" dt="2026-04-22T03:09:36.476" v="7" actId="20577"/>
        <pc:sldMkLst>
          <pc:docMk/>
          <pc:sldMk cId="0" sldId="264"/>
        </pc:sldMkLst>
        <pc:spChg chg="mod">
          <ac:chgData name="Jake Wilson" userId="S::jw22fr@brocku.ca::36604baf-9494-461a-92fc-a9c0fd6483a0" providerId="AD" clId="Web-{38B843D5-F172-7991-8D5E-652D1442705E}" dt="2026-04-22T03:09:36.476" v="7" actId="20577"/>
          <ac:spMkLst>
            <pc:docMk/>
            <pc:sldMk cId="0" sldId="264"/>
            <ac:spMk id="10" creationId="{00000000-0000-0000-0000-000000000000}"/>
          </ac:spMkLst>
        </pc:spChg>
      </pc:sldChg>
    </pc:docChg>
  </pc:docChgLst>
  <pc:docChgLst>
    <pc:chgData name="Mehrbod Mehrabi" userId="S::mm21nz@brocku.ca::6984a107-0553-4adb-8414-3ca6f17fb6e3" providerId="AD" clId="Web-{A3BE3D2D-D977-E8DD-D69E-261F3755080B}"/>
    <pc:docChg chg="addSld delSld modSld sldOrd">
      <pc:chgData name="Mehrbod Mehrabi" userId="S::mm21nz@brocku.ca::6984a107-0553-4adb-8414-3ca6f17fb6e3" providerId="AD" clId="Web-{A3BE3D2D-D977-E8DD-D69E-261F3755080B}" dt="2026-04-22T18:07:09.020" v="359" actId="20577"/>
      <pc:docMkLst>
        <pc:docMk/>
      </pc:docMkLst>
      <pc:sldChg chg="modSp">
        <pc:chgData name="Mehrbod Mehrabi" userId="S::mm21nz@brocku.ca::6984a107-0553-4adb-8414-3ca6f17fb6e3" providerId="AD" clId="Web-{A3BE3D2D-D977-E8DD-D69E-261F3755080B}" dt="2026-04-22T17:31:28.064" v="10" actId="20577"/>
        <pc:sldMkLst>
          <pc:docMk/>
          <pc:sldMk cId="0" sldId="257"/>
        </pc:sldMkLst>
        <pc:spChg chg="mod">
          <ac:chgData name="Mehrbod Mehrabi" userId="S::mm21nz@brocku.ca::6984a107-0553-4adb-8414-3ca6f17fb6e3" providerId="AD" clId="Web-{A3BE3D2D-D977-E8DD-D69E-261F3755080B}" dt="2026-04-22T17:31:28.064" v="10" actId="20577"/>
          <ac:spMkLst>
            <pc:docMk/>
            <pc:sldMk cId="0" sldId="257"/>
            <ac:spMk id="10" creationId="{00000000-0000-0000-0000-000000000000}"/>
          </ac:spMkLst>
        </pc:spChg>
      </pc:sldChg>
      <pc:sldChg chg="modSp del">
        <pc:chgData name="Mehrbod Mehrabi" userId="S::mm21nz@brocku.ca::6984a107-0553-4adb-8414-3ca6f17fb6e3" providerId="AD" clId="Web-{A3BE3D2D-D977-E8DD-D69E-261F3755080B}" dt="2026-04-22T17:31:20.485" v="5"/>
        <pc:sldMkLst>
          <pc:docMk/>
          <pc:sldMk cId="0" sldId="258"/>
        </pc:sldMkLst>
        <pc:spChg chg="mod">
          <ac:chgData name="Mehrbod Mehrabi" userId="S::mm21nz@brocku.ca::6984a107-0553-4adb-8414-3ca6f17fb6e3" providerId="AD" clId="Web-{A3BE3D2D-D977-E8DD-D69E-261F3755080B}" dt="2026-04-22T17:27:27.188" v="4" actId="20577"/>
          <ac:spMkLst>
            <pc:docMk/>
            <pc:sldMk cId="0" sldId="258"/>
            <ac:spMk id="10" creationId="{00000000-0000-0000-0000-000000000000}"/>
          </ac:spMkLst>
        </pc:spChg>
      </pc:sldChg>
      <pc:sldChg chg="modSp">
        <pc:chgData name="Mehrbod Mehrabi" userId="S::mm21nz@brocku.ca::6984a107-0553-4adb-8414-3ca6f17fb6e3" providerId="AD" clId="Web-{A3BE3D2D-D977-E8DD-D69E-261F3755080B}" dt="2026-04-22T17:34:06.220" v="54" actId="20577"/>
        <pc:sldMkLst>
          <pc:docMk/>
          <pc:sldMk cId="0" sldId="259"/>
        </pc:sldMkLst>
        <pc:spChg chg="mod">
          <ac:chgData name="Mehrbod Mehrabi" userId="S::mm21nz@brocku.ca::6984a107-0553-4adb-8414-3ca6f17fb6e3" providerId="AD" clId="Web-{A3BE3D2D-D977-E8DD-D69E-261F3755080B}" dt="2026-04-22T17:34:06.220" v="54" actId="20577"/>
          <ac:spMkLst>
            <pc:docMk/>
            <pc:sldMk cId="0" sldId="259"/>
            <ac:spMk id="10" creationId="{00000000-0000-0000-0000-000000000000}"/>
          </ac:spMkLst>
        </pc:spChg>
      </pc:sldChg>
      <pc:sldChg chg="modSp ord">
        <pc:chgData name="Mehrbod Mehrabi" userId="S::mm21nz@brocku.ca::6984a107-0553-4adb-8414-3ca6f17fb6e3" providerId="AD" clId="Web-{A3BE3D2D-D977-E8DD-D69E-261F3755080B}" dt="2026-04-22T17:58:07.332" v="321" actId="20577"/>
        <pc:sldMkLst>
          <pc:docMk/>
          <pc:sldMk cId="0" sldId="260"/>
        </pc:sldMkLst>
        <pc:spChg chg="mod">
          <ac:chgData name="Mehrbod Mehrabi" userId="S::mm21nz@brocku.ca::6984a107-0553-4adb-8414-3ca6f17fb6e3" providerId="AD" clId="Web-{A3BE3D2D-D977-E8DD-D69E-261F3755080B}" dt="2026-04-22T17:58:03.503" v="320" actId="20577"/>
          <ac:spMkLst>
            <pc:docMk/>
            <pc:sldMk cId="0" sldId="260"/>
            <ac:spMk id="22" creationId="{00000000-0000-0000-0000-000000000000}"/>
          </ac:spMkLst>
        </pc:spChg>
        <pc:spChg chg="mod">
          <ac:chgData name="Mehrbod Mehrabi" userId="S::mm21nz@brocku.ca::6984a107-0553-4adb-8414-3ca6f17fb6e3" providerId="AD" clId="Web-{A3BE3D2D-D977-E8DD-D69E-261F3755080B}" dt="2026-04-22T17:58:07.332" v="321" actId="20577"/>
          <ac:spMkLst>
            <pc:docMk/>
            <pc:sldMk cId="0" sldId="260"/>
            <ac:spMk id="24" creationId="{00000000-0000-0000-0000-000000000000}"/>
          </ac:spMkLst>
        </pc:spChg>
      </pc:sldChg>
      <pc:sldChg chg="del ord">
        <pc:chgData name="Mehrbod Mehrabi" userId="S::mm21nz@brocku.ca::6984a107-0553-4adb-8414-3ca6f17fb6e3" providerId="AD" clId="Web-{A3BE3D2D-D977-E8DD-D69E-261F3755080B}" dt="2026-04-22T18:04:46.895" v="347"/>
        <pc:sldMkLst>
          <pc:docMk/>
          <pc:sldMk cId="0" sldId="261"/>
        </pc:sldMkLst>
      </pc:sldChg>
      <pc:sldChg chg="modSp">
        <pc:chgData name="Mehrbod Mehrabi" userId="S::mm21nz@brocku.ca::6984a107-0553-4adb-8414-3ca6f17fb6e3" providerId="AD" clId="Web-{A3BE3D2D-D977-E8DD-D69E-261F3755080B}" dt="2026-04-22T18:02:46.270" v="345" actId="20577"/>
        <pc:sldMkLst>
          <pc:docMk/>
          <pc:sldMk cId="0" sldId="262"/>
        </pc:sldMkLst>
        <pc:spChg chg="mod">
          <ac:chgData name="Mehrbod Mehrabi" userId="S::mm21nz@brocku.ca::6984a107-0553-4adb-8414-3ca6f17fb6e3" providerId="AD" clId="Web-{A3BE3D2D-D977-E8DD-D69E-261F3755080B}" dt="2026-04-22T18:02:22.301" v="343" actId="14100"/>
          <ac:spMkLst>
            <pc:docMk/>
            <pc:sldMk cId="0" sldId="262"/>
            <ac:spMk id="30" creationId="{00000000-0000-0000-0000-000000000000}"/>
          </ac:spMkLst>
        </pc:spChg>
        <pc:spChg chg="mod">
          <ac:chgData name="Mehrbod Mehrabi" userId="S::mm21nz@brocku.ca::6984a107-0553-4adb-8414-3ca6f17fb6e3" providerId="AD" clId="Web-{A3BE3D2D-D977-E8DD-D69E-261F3755080B}" dt="2026-04-22T18:02:22.301" v="342" actId="14100"/>
          <ac:spMkLst>
            <pc:docMk/>
            <pc:sldMk cId="0" sldId="262"/>
            <ac:spMk id="31" creationId="{00000000-0000-0000-0000-000000000000}"/>
          </ac:spMkLst>
        </pc:spChg>
        <pc:spChg chg="mod">
          <ac:chgData name="Mehrbod Mehrabi" userId="S::mm21nz@brocku.ca::6984a107-0553-4adb-8414-3ca6f17fb6e3" providerId="AD" clId="Web-{A3BE3D2D-D977-E8DD-D69E-261F3755080B}" dt="2026-04-22T18:02:22.301" v="341" actId="14100"/>
          <ac:spMkLst>
            <pc:docMk/>
            <pc:sldMk cId="0" sldId="262"/>
            <ac:spMk id="32" creationId="{00000000-0000-0000-0000-000000000000}"/>
          </ac:spMkLst>
        </pc:spChg>
        <pc:spChg chg="mod">
          <ac:chgData name="Mehrbod Mehrabi" userId="S::mm21nz@brocku.ca::6984a107-0553-4adb-8414-3ca6f17fb6e3" providerId="AD" clId="Web-{A3BE3D2D-D977-E8DD-D69E-261F3755080B}" dt="2026-04-22T18:02:22.301" v="340" actId="14100"/>
          <ac:spMkLst>
            <pc:docMk/>
            <pc:sldMk cId="0" sldId="262"/>
            <ac:spMk id="33" creationId="{00000000-0000-0000-0000-000000000000}"/>
          </ac:spMkLst>
        </pc:spChg>
        <pc:spChg chg="mod">
          <ac:chgData name="Mehrbod Mehrabi" userId="S::mm21nz@brocku.ca::6984a107-0553-4adb-8414-3ca6f17fb6e3" providerId="AD" clId="Web-{A3BE3D2D-D977-E8DD-D69E-261F3755080B}" dt="2026-04-22T18:02:22.301" v="339" actId="14100"/>
          <ac:spMkLst>
            <pc:docMk/>
            <pc:sldMk cId="0" sldId="262"/>
            <ac:spMk id="34" creationId="{00000000-0000-0000-0000-000000000000}"/>
          </ac:spMkLst>
        </pc:spChg>
        <pc:spChg chg="mod">
          <ac:chgData name="Mehrbod Mehrabi" userId="S::mm21nz@brocku.ca::6984a107-0553-4adb-8414-3ca6f17fb6e3" providerId="AD" clId="Web-{A3BE3D2D-D977-E8DD-D69E-261F3755080B}" dt="2026-04-22T18:02:46.270" v="345" actId="20577"/>
          <ac:spMkLst>
            <pc:docMk/>
            <pc:sldMk cId="0" sldId="262"/>
            <ac:spMk id="35" creationId="{00000000-0000-0000-0000-000000000000}"/>
          </ac:spMkLst>
        </pc:spChg>
        <pc:spChg chg="mod">
          <ac:chgData name="Mehrbod Mehrabi" userId="S::mm21nz@brocku.ca::6984a107-0553-4adb-8414-3ca6f17fb6e3" providerId="AD" clId="Web-{A3BE3D2D-D977-E8DD-D69E-261F3755080B}" dt="2026-04-22T18:02:22.301" v="337" actId="14100"/>
          <ac:spMkLst>
            <pc:docMk/>
            <pc:sldMk cId="0" sldId="262"/>
            <ac:spMk id="36" creationId="{00000000-0000-0000-0000-000000000000}"/>
          </ac:spMkLst>
        </pc:spChg>
        <pc:cxnChg chg="mod">
          <ac:chgData name="Mehrbod Mehrabi" userId="S::mm21nz@brocku.ca::6984a107-0553-4adb-8414-3ca6f17fb6e3" providerId="AD" clId="Web-{A3BE3D2D-D977-E8DD-D69E-261F3755080B}" dt="2026-04-22T18:02:22.301" v="343" actId="14100"/>
          <ac:cxnSpMkLst>
            <pc:docMk/>
            <pc:sldMk cId="0" sldId="262"/>
            <ac:cxnSpMk id="50" creationId="{00000000-0000-0000-0000-000000000000}"/>
          </ac:cxnSpMkLst>
        </pc:cxnChg>
      </pc:sldChg>
      <pc:sldChg chg="modSp ord">
        <pc:chgData name="Mehrbod Mehrabi" userId="S::mm21nz@brocku.ca::6984a107-0553-4adb-8414-3ca6f17fb6e3" providerId="AD" clId="Web-{A3BE3D2D-D977-E8DD-D69E-261F3755080B}" dt="2026-04-22T17:50:26.471" v="303" actId="20577"/>
        <pc:sldMkLst>
          <pc:docMk/>
          <pc:sldMk cId="0" sldId="263"/>
        </pc:sldMkLst>
        <pc:spChg chg="mod">
          <ac:chgData name="Mehrbod Mehrabi" userId="S::mm21nz@brocku.ca::6984a107-0553-4adb-8414-3ca6f17fb6e3" providerId="AD" clId="Web-{A3BE3D2D-D977-E8DD-D69E-261F3755080B}" dt="2026-04-22T17:43:31.127" v="187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Mehrbod Mehrabi" userId="S::mm21nz@brocku.ca::6984a107-0553-4adb-8414-3ca6f17fb6e3" providerId="AD" clId="Web-{A3BE3D2D-D977-E8DD-D69E-261F3755080B}" dt="2026-04-22T17:50:26.471" v="303" actId="20577"/>
          <ac:spMkLst>
            <pc:docMk/>
            <pc:sldMk cId="0" sldId="263"/>
            <ac:spMk id="10" creationId="{00000000-0000-0000-0000-000000000000}"/>
          </ac:spMkLst>
        </pc:spChg>
      </pc:sldChg>
      <pc:sldChg chg="ord">
        <pc:chgData name="Mehrbod Mehrabi" userId="S::mm21nz@brocku.ca::6984a107-0553-4adb-8414-3ca6f17fb6e3" providerId="AD" clId="Web-{A3BE3D2D-D977-E8DD-D69E-261F3755080B}" dt="2026-04-22T17:52:09.643" v="304"/>
        <pc:sldMkLst>
          <pc:docMk/>
          <pc:sldMk cId="0" sldId="264"/>
        </pc:sldMkLst>
      </pc:sldChg>
      <pc:sldChg chg="modSp">
        <pc:chgData name="Mehrbod Mehrabi" userId="S::mm21nz@brocku.ca::6984a107-0553-4adb-8414-3ca6f17fb6e3" providerId="AD" clId="Web-{A3BE3D2D-D977-E8DD-D69E-261F3755080B}" dt="2026-04-22T18:07:09.020" v="359" actId="20577"/>
        <pc:sldMkLst>
          <pc:docMk/>
          <pc:sldMk cId="0" sldId="266"/>
        </pc:sldMkLst>
        <pc:spChg chg="mod">
          <ac:chgData name="Mehrbod Mehrabi" userId="S::mm21nz@brocku.ca::6984a107-0553-4adb-8414-3ca6f17fb6e3" providerId="AD" clId="Web-{A3BE3D2D-D977-E8DD-D69E-261F3755080B}" dt="2026-04-22T18:07:09.020" v="359" actId="20577"/>
          <ac:spMkLst>
            <pc:docMk/>
            <pc:sldMk cId="0" sldId="266"/>
            <ac:spMk id="20" creationId="{00000000-0000-0000-0000-000000000000}"/>
          </ac:spMkLst>
        </pc:spChg>
      </pc:sldChg>
      <pc:sldChg chg="modSp add del replId">
        <pc:chgData name="Mehrbod Mehrabi" userId="S::mm21nz@brocku.ca::6984a107-0553-4adb-8414-3ca6f17fb6e3" providerId="AD" clId="Web-{A3BE3D2D-D977-E8DD-D69E-261F3755080B}" dt="2026-04-22T17:37:10.064" v="152"/>
        <pc:sldMkLst>
          <pc:docMk/>
          <pc:sldMk cId="2538996353" sldId="268"/>
        </pc:sldMkLst>
        <pc:spChg chg="mod">
          <ac:chgData name="Mehrbod Mehrabi" userId="S::mm21nz@brocku.ca::6984a107-0553-4adb-8414-3ca6f17fb6e3" providerId="AD" clId="Web-{A3BE3D2D-D977-E8DD-D69E-261F3755080B}" dt="2026-04-22T17:35:18.361" v="64" actId="20577"/>
          <ac:spMkLst>
            <pc:docMk/>
            <pc:sldMk cId="2538996353" sldId="268"/>
            <ac:spMk id="2" creationId="{E27DC019-72BF-31F2-68DB-E41CAC52D298}"/>
          </ac:spMkLst>
        </pc:spChg>
        <pc:spChg chg="mod">
          <ac:chgData name="Mehrbod Mehrabi" userId="S::mm21nz@brocku.ca::6984a107-0553-4adb-8414-3ca6f17fb6e3" providerId="AD" clId="Web-{A3BE3D2D-D977-E8DD-D69E-261F3755080B}" dt="2026-04-22T17:36:41.314" v="151" actId="20577"/>
          <ac:spMkLst>
            <pc:docMk/>
            <pc:sldMk cId="2538996353" sldId="268"/>
            <ac:spMk id="10" creationId="{871FD92D-4F7D-4FE7-82CD-2E0F6A8A8816}"/>
          </ac:spMkLst>
        </pc:spChg>
      </pc:sldChg>
      <pc:sldChg chg="new del">
        <pc:chgData name="Mehrbod Mehrabi" userId="S::mm21nz@brocku.ca::6984a107-0553-4adb-8414-3ca6f17fb6e3" providerId="AD" clId="Web-{A3BE3D2D-D977-E8DD-D69E-261F3755080B}" dt="2026-04-22T17:35:02.407" v="56"/>
        <pc:sldMkLst>
          <pc:docMk/>
          <pc:sldMk cId="3562148283" sldId="268"/>
        </pc:sldMkLst>
      </pc:sldChg>
      <pc:sldChg chg="delSp modSp add replId">
        <pc:chgData name="Mehrbod Mehrabi" userId="S::mm21nz@brocku.ca::6984a107-0553-4adb-8414-3ca6f17fb6e3" providerId="AD" clId="Web-{A3BE3D2D-D977-E8DD-D69E-261F3755080B}" dt="2026-04-22T17:39:33.361" v="175" actId="20577"/>
        <pc:sldMkLst>
          <pc:docMk/>
          <pc:sldMk cId="3808576498" sldId="268"/>
        </pc:sldMkLst>
        <pc:spChg chg="del">
          <ac:chgData name="Mehrbod Mehrabi" userId="S::mm21nz@brocku.ca::6984a107-0553-4adb-8414-3ca6f17fb6e3" providerId="AD" clId="Web-{A3BE3D2D-D977-E8DD-D69E-261F3755080B}" dt="2026-04-22T17:38:12.955" v="155"/>
          <ac:spMkLst>
            <pc:docMk/>
            <pc:sldMk cId="3808576498" sldId="268"/>
            <ac:spMk id="2" creationId="{81C7D358-9638-78E5-DCCF-7905774CE0B8}"/>
          </ac:spMkLst>
        </pc:spChg>
        <pc:spChg chg="del">
          <ac:chgData name="Mehrbod Mehrabi" userId="S::mm21nz@brocku.ca::6984a107-0553-4adb-8414-3ca6f17fb6e3" providerId="AD" clId="Web-{A3BE3D2D-D977-E8DD-D69E-261F3755080B}" dt="2026-04-22T17:38:11.736" v="154"/>
          <ac:spMkLst>
            <pc:docMk/>
            <pc:sldMk cId="3808576498" sldId="268"/>
            <ac:spMk id="3" creationId="{BE00E6EF-B638-8FA6-F511-1E94EFB95506}"/>
          </ac:spMkLst>
        </pc:spChg>
        <pc:spChg chg="mod">
          <ac:chgData name="Mehrbod Mehrabi" userId="S::mm21nz@brocku.ca::6984a107-0553-4adb-8414-3ca6f17fb6e3" providerId="AD" clId="Web-{A3BE3D2D-D977-E8DD-D69E-261F3755080B}" dt="2026-04-22T17:39:33.361" v="175" actId="20577"/>
          <ac:spMkLst>
            <pc:docMk/>
            <pc:sldMk cId="3808576498" sldId="268"/>
            <ac:spMk id="21" creationId="{C897BFBB-5EB3-8E4D-D090-3395CD1685F1}"/>
          </ac:spMkLst>
        </pc:spChg>
      </pc:sldChg>
      <pc:sldChg chg="new del">
        <pc:chgData name="Mehrbod Mehrabi" userId="S::mm21nz@brocku.ca::6984a107-0553-4adb-8414-3ca6f17fb6e3" providerId="AD" clId="Web-{A3BE3D2D-D977-E8DD-D69E-261F3755080B}" dt="2026-04-22T17:43:15.018" v="179"/>
        <pc:sldMkLst>
          <pc:docMk/>
          <pc:sldMk cId="444895873" sldId="269"/>
        </pc:sldMkLst>
      </pc:sldChg>
      <pc:sldChg chg="add ord replId">
        <pc:chgData name="Mehrbod Mehrabi" userId="S::mm21nz@brocku.ca::6984a107-0553-4adb-8414-3ca6f17fb6e3" providerId="AD" clId="Web-{A3BE3D2D-D977-E8DD-D69E-261F3755080B}" dt="2026-04-22T17:56:47.816" v="305"/>
        <pc:sldMkLst>
          <pc:docMk/>
          <pc:sldMk cId="1148688690" sldId="269"/>
        </pc:sldMkLst>
      </pc:sldChg>
    </pc:docChg>
  </pc:docChgLst>
  <pc:docChgLst>
    <pc:chgData name="Jake Wilson" userId="S::jw22fr@brocku.ca::36604baf-9494-461a-92fc-a9c0fd6483a0" providerId="AD" clId="Web-{12E9972F-400B-C586-A3D0-B5D5FE9CB3D2}"/>
    <pc:docChg chg="modSld">
      <pc:chgData name="Jake Wilson" userId="S::jw22fr@brocku.ca::36604baf-9494-461a-92fc-a9c0fd6483a0" providerId="AD" clId="Web-{12E9972F-400B-C586-A3D0-B5D5FE9CB3D2}" dt="2026-04-21T09:01:29.773" v="58" actId="20577"/>
      <pc:docMkLst>
        <pc:docMk/>
      </pc:docMkLst>
      <pc:sldChg chg="modSp">
        <pc:chgData name="Jake Wilson" userId="S::jw22fr@brocku.ca::36604baf-9494-461a-92fc-a9c0fd6483a0" providerId="AD" clId="Web-{12E9972F-400B-C586-A3D0-B5D5FE9CB3D2}" dt="2026-04-21T09:01:29.773" v="58" actId="20577"/>
        <pc:sldMkLst>
          <pc:docMk/>
          <pc:sldMk cId="0" sldId="263"/>
        </pc:sldMkLst>
        <pc:spChg chg="mod">
          <ac:chgData name="Jake Wilson" userId="S::jw22fr@brocku.ca::36604baf-9494-461a-92fc-a9c0fd6483a0" providerId="AD" clId="Web-{12E9972F-400B-C586-A3D0-B5D5FE9CB3D2}" dt="2026-04-21T09:01:29.773" v="58" actId="20577"/>
          <ac:spMkLst>
            <pc:docMk/>
            <pc:sldMk cId="0" sldId="263"/>
            <ac:spMk id="10" creationId="{00000000-0000-0000-0000-000000000000}"/>
          </ac:spMkLst>
        </pc:spChg>
      </pc:sldChg>
    </pc:docChg>
  </pc:docChgLst>
  <pc:docChgLst>
    <pc:chgData name="Bhuvanesh Annauth" userId="S::ba21eq@brocku.ca::445411a4-3893-40cb-b803-b359afa58af6" providerId="AD" clId="Web-{0561F498-60EF-1952-0717-BC9107705994}"/>
    <pc:docChg chg="addSld delSld modSld">
      <pc:chgData name="Bhuvanesh Annauth" userId="S::ba21eq@brocku.ca::445411a4-3893-40cb-b803-b359afa58af6" providerId="AD" clId="Web-{0561F498-60EF-1952-0717-BC9107705994}" dt="2026-04-22T02:42:47.110" v="291"/>
      <pc:docMkLst>
        <pc:docMk/>
      </pc:docMkLst>
      <pc:sldChg chg="modSp">
        <pc:chgData name="Bhuvanesh Annauth" userId="S::ba21eq@brocku.ca::445411a4-3893-40cb-b803-b359afa58af6" providerId="AD" clId="Web-{0561F498-60EF-1952-0717-BC9107705994}" dt="2026-04-22T02:17:46.309" v="2" actId="20577"/>
        <pc:sldMkLst>
          <pc:docMk/>
          <pc:sldMk cId="0" sldId="262"/>
        </pc:sldMkLst>
        <pc:spChg chg="mod">
          <ac:chgData name="Bhuvanesh Annauth" userId="S::ba21eq@brocku.ca::445411a4-3893-40cb-b803-b359afa58af6" providerId="AD" clId="Web-{0561F498-60EF-1952-0717-BC9107705994}" dt="2026-04-22T02:17:46.309" v="2" actId="20577"/>
          <ac:spMkLst>
            <pc:docMk/>
            <pc:sldMk cId="0" sldId="262"/>
            <ac:spMk id="30" creationId="{00000000-0000-0000-0000-000000000000}"/>
          </ac:spMkLst>
        </pc:spChg>
      </pc:sldChg>
      <pc:sldChg chg="addSp delSp modSp">
        <pc:chgData name="Bhuvanesh Annauth" userId="S::ba21eq@brocku.ca::445411a4-3893-40cb-b803-b359afa58af6" providerId="AD" clId="Web-{0561F498-60EF-1952-0717-BC9107705994}" dt="2026-04-22T02:42:47.110" v="291"/>
        <pc:sldMkLst>
          <pc:docMk/>
          <pc:sldMk cId="0" sldId="265"/>
        </pc:sldMkLst>
        <pc:spChg chg="add del mod">
          <ac:chgData name="Bhuvanesh Annauth" userId="S::ba21eq@brocku.ca::445411a4-3893-40cb-b803-b359afa58af6" providerId="AD" clId="Web-{0561F498-60EF-1952-0717-BC9107705994}" dt="2026-04-22T02:36:08.771" v="156"/>
          <ac:spMkLst>
            <pc:docMk/>
            <pc:sldMk cId="0" sldId="265"/>
            <ac:spMk id="4" creationId="{8ADAAB42-2D58-FC03-E71D-BE6954771962}"/>
          </ac:spMkLst>
        </pc:spChg>
        <pc:spChg chg="add del">
          <ac:chgData name="Bhuvanesh Annauth" userId="S::ba21eq@brocku.ca::445411a4-3893-40cb-b803-b359afa58af6" providerId="AD" clId="Web-{0561F498-60EF-1952-0717-BC9107705994}" dt="2026-04-22T02:36:22.412" v="158"/>
          <ac:spMkLst>
            <pc:docMk/>
            <pc:sldMk cId="0" sldId="265"/>
            <ac:spMk id="5" creationId="{0B59458D-D388-E4A9-3AA9-88391D452FDC}"/>
          </ac:spMkLst>
        </pc:spChg>
        <pc:spChg chg="add del">
          <ac:chgData name="Bhuvanesh Annauth" userId="S::ba21eq@brocku.ca::445411a4-3893-40cb-b803-b359afa58af6" providerId="AD" clId="Web-{0561F498-60EF-1952-0717-BC9107705994}" dt="2026-04-22T02:36:39.224" v="162"/>
          <ac:spMkLst>
            <pc:docMk/>
            <pc:sldMk cId="0" sldId="265"/>
            <ac:spMk id="6" creationId="{9BB37EF6-C02B-7DFE-D902-FE791774CC19}"/>
          </ac:spMkLst>
        </pc:spChg>
        <pc:spChg chg="add mod">
          <ac:chgData name="Bhuvanesh Annauth" userId="S::ba21eq@brocku.ca::445411a4-3893-40cb-b803-b359afa58af6" providerId="AD" clId="Web-{0561F498-60EF-1952-0717-BC9107705994}" dt="2026-04-22T02:42:47.110" v="291"/>
          <ac:spMkLst>
            <pc:docMk/>
            <pc:sldMk cId="0" sldId="265"/>
            <ac:spMk id="7" creationId="{3E312F0E-D018-AA25-6852-79DA5BE5F561}"/>
          </ac:spMkLst>
        </pc:spChg>
        <pc:spChg chg="add del mod">
          <ac:chgData name="Bhuvanesh Annauth" userId="S::ba21eq@brocku.ca::445411a4-3893-40cb-b803-b359afa58af6" providerId="AD" clId="Web-{0561F498-60EF-1952-0717-BC9107705994}" dt="2026-04-22T02:42:17.094" v="290"/>
          <ac:spMkLst>
            <pc:docMk/>
            <pc:sldMk cId="0" sldId="265"/>
            <ac:spMk id="10" creationId="{00000000-0000-0000-0000-000000000000}"/>
          </ac:spMkLst>
        </pc:spChg>
      </pc:sldChg>
      <pc:sldChg chg="new del">
        <pc:chgData name="Bhuvanesh Annauth" userId="S::ba21eq@brocku.ca::445411a4-3893-40cb-b803-b359afa58af6" providerId="AD" clId="Web-{0561F498-60EF-1952-0717-BC9107705994}" dt="2026-04-22T02:34:50.942" v="152"/>
        <pc:sldMkLst>
          <pc:docMk/>
          <pc:sldMk cId="1100700397" sldId="268"/>
        </pc:sldMkLst>
      </pc:sldChg>
    </pc:docChg>
  </pc:docChgLst>
  <pc:docChgLst>
    <pc:chgData name="Bhuvanesh Annauth" userId="S::ba21eq@brocku.ca::445411a4-3893-40cb-b803-b359afa58af6" providerId="AD" clId="Web-{7097B17C-0B4D-6FFA-2447-3D24D5BEB54C}"/>
    <pc:docChg chg="modSld">
      <pc:chgData name="Bhuvanesh Annauth" userId="S::ba21eq@brocku.ca::445411a4-3893-40cb-b803-b359afa58af6" providerId="AD" clId="Web-{7097B17C-0B4D-6FFA-2447-3D24D5BEB54C}" dt="2026-04-22T10:40:09.638" v="0"/>
      <pc:docMkLst>
        <pc:docMk/>
      </pc:docMkLst>
      <pc:sldChg chg="modSp">
        <pc:chgData name="Bhuvanesh Annauth" userId="S::ba21eq@brocku.ca::445411a4-3893-40cb-b803-b359afa58af6" providerId="AD" clId="Web-{7097B17C-0B4D-6FFA-2447-3D24D5BEB54C}" dt="2026-04-22T10:40:09.638" v="0"/>
        <pc:sldMkLst>
          <pc:docMk/>
          <pc:sldMk cId="0" sldId="265"/>
        </pc:sldMkLst>
        <pc:spChg chg="mod">
          <ac:chgData name="Bhuvanesh Annauth" userId="S::ba21eq@brocku.ca::445411a4-3893-40cb-b803-b359afa58af6" providerId="AD" clId="Web-{7097B17C-0B4D-6FFA-2447-3D24D5BEB54C}" dt="2026-04-22T10:40:09.638" v="0"/>
          <ac:spMkLst>
            <pc:docMk/>
            <pc:sldMk cId="0" sldId="265"/>
            <ac:spMk id="7" creationId="{3E312F0E-D018-AA25-6852-79DA5BE5F56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 ba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F7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Light panel"/>
          <p:cNvSpPr/>
          <p:nvPr/>
        </p:nvSpPr>
        <p:spPr>
          <a:xfrm>
            <a:off x="594360" y="548640"/>
            <a:ext cx="11018520" cy="5715000"/>
          </a:xfrm>
          <a:prstGeom prst="roundRect">
            <a:avLst/>
          </a:prstGeom>
          <a:solidFill>
            <a:srgbClr val="F7F7EF"/>
          </a:solidFill>
          <a:ln w="12700">
            <a:solidFill>
              <a:srgbClr val="E0FBF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 txBox="1"/>
          <p:nvPr/>
        </p:nvSpPr>
        <p:spPr>
          <a:xfrm>
            <a:off x="960120" y="960120"/>
            <a:ext cx="708660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4700" b="1">
                <a:solidFill>
                  <a:srgbClr val="1E4F7D"/>
                </a:solidFill>
                <a:latin typeface="Aptos"/>
                <a:cs typeface="Aptos"/>
              </a:rPr>
              <a:t>El-Kapitan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987552" y="1828800"/>
            <a:ext cx="70408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300">
                <a:solidFill>
                  <a:srgbClr val="60707E"/>
                </a:solidFill>
                <a:latin typeface="Aptos"/>
                <a:cs typeface="Aptos"/>
              </a:rPr>
              <a:t>COSC 4P02 Final Project Presentation</a:t>
            </a:r>
          </a:p>
        </p:txBody>
      </p:sp>
      <p:sp>
        <p:nvSpPr>
          <p:cNvPr id="6" name="Bullets"/>
          <p:cNvSpPr txBox="1"/>
          <p:nvPr/>
        </p:nvSpPr>
        <p:spPr>
          <a:xfrm>
            <a:off x="1024128" y="2743200"/>
            <a:ext cx="6766560" cy="1691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285750" indent="-171450" algn="l">
              <a:buFont typeface="Arial"/>
              <a:buChar char="•"/>
            </a:pPr>
            <a:r>
              <a:rPr lang="en-US" sz="2300">
                <a:solidFill>
                  <a:srgbClr val="24313D"/>
                </a:solidFill>
                <a:latin typeface="Aptos"/>
                <a:cs typeface="Aptos"/>
              </a:rPr>
              <a:t>Group 7</a:t>
            </a:r>
          </a:p>
          <a:p>
            <a:pPr marL="285750" indent="-171450" algn="l">
              <a:buFont typeface="Arial"/>
              <a:buChar char="•"/>
            </a:pPr>
            <a:r>
              <a:rPr lang="en-US" sz="2300">
                <a:solidFill>
                  <a:srgbClr val="24313D"/>
                </a:solidFill>
                <a:latin typeface="Aptos"/>
                <a:cs typeface="Aptos"/>
              </a:rPr>
              <a:t>Web-based plagiarism detection for programming assignments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701859" y="5440680"/>
            <a:ext cx="69494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 rtl="0"/>
            <a:endParaRPr lang="en-US" sz="1700">
              <a:solidFill>
                <a:srgbClr val="60707E"/>
              </a:solidFill>
              <a:latin typeface="Aptos"/>
              <a:cs typeface="Aptos"/>
            </a:endParaRPr>
          </a:p>
        </p:txBody>
      </p:sp>
      <p:pic>
        <p:nvPicPr>
          <p:cNvPr id="20" name="Project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8458200" y="1325880"/>
            <a:ext cx="242316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"/>
          <p:cNvSpPr txBox="1"/>
          <p:nvPr/>
        </p:nvSpPr>
        <p:spPr>
          <a:xfrm>
            <a:off x="502920" y="228600"/>
            <a:ext cx="89611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300" b="1">
                <a:solidFill>
                  <a:srgbClr val="1E4F7D"/>
                </a:solidFill>
                <a:latin typeface="Aptos"/>
                <a:cs typeface="Aptos"/>
              </a:rPr>
              <a:t>Project Overview</a:t>
            </a:r>
          </a:p>
        </p:txBody>
      </p:sp>
      <p:sp>
        <p:nvSpPr>
          <p:cNvPr id="3" name="Title underline"/>
          <p:cNvSpPr/>
          <p:nvPr/>
        </p:nvSpPr>
        <p:spPr>
          <a:xfrm>
            <a:off x="548640" y="896112"/>
            <a:ext cx="1874519" cy="36576"/>
          </a:xfrm>
          <a:prstGeom prst="rect">
            <a:avLst/>
          </a:prstGeom>
          <a:solidFill>
            <a:srgbClr val="2B68A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Bullets"/>
          <p:cNvSpPr txBox="1"/>
          <p:nvPr/>
        </p:nvSpPr>
        <p:spPr>
          <a:xfrm>
            <a:off x="749808" y="1325880"/>
            <a:ext cx="10469880" cy="45262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marL="285750" indent="-171450" algn="l">
              <a:buFont typeface="Arial"/>
              <a:buChar char="•"/>
            </a:pPr>
            <a:r>
              <a:rPr lang="en-US" sz="2400" dirty="0">
                <a:solidFill>
                  <a:srgbClr val="24313D"/>
                </a:solidFill>
                <a:latin typeface="Aptos"/>
                <a:cs typeface="Aptos"/>
              </a:rPr>
              <a:t>Web application for detecting similar student code submissions</a:t>
            </a:r>
          </a:p>
          <a:p>
            <a:pPr marL="285750" indent="-171450" algn="l">
              <a:buFont typeface="Arial"/>
              <a:buChar char="•"/>
            </a:pPr>
            <a:r>
              <a:rPr lang="en-US" sz="2400" dirty="0">
                <a:solidFill>
                  <a:srgbClr val="24313D"/>
                </a:solidFill>
                <a:latin typeface="Aptos"/>
                <a:cs typeface="Aptos"/>
              </a:rPr>
              <a:t>Designed for instructors managing courses and assignments</a:t>
            </a:r>
          </a:p>
          <a:p>
            <a:pPr marL="285750" indent="-171450" algn="l">
              <a:buFont typeface="Arial"/>
              <a:buChar char="•"/>
            </a:pPr>
            <a:r>
              <a:rPr lang="en-US" sz="2400" dirty="0">
                <a:solidFill>
                  <a:srgbClr val="24313D"/>
                </a:solidFill>
                <a:latin typeface="Aptos"/>
                <a:cs typeface="Aptos"/>
              </a:rPr>
              <a:t>Students can submit work without creating an account</a:t>
            </a:r>
          </a:p>
          <a:p>
            <a:pPr marL="285750" indent="-171450" algn="l">
              <a:buFont typeface="Arial"/>
              <a:buChar char="•"/>
            </a:pPr>
            <a:r>
              <a:rPr lang="en-US" sz="2400" dirty="0">
                <a:solidFill>
                  <a:srgbClr val="24313D"/>
                </a:solidFill>
                <a:latin typeface="Aptos"/>
                <a:cs typeface="Aptos"/>
              </a:rPr>
              <a:t>Instructors can review similarity results</a:t>
            </a:r>
          </a:p>
          <a:p>
            <a:pPr marL="285750" indent="-171450" algn="l">
              <a:buFont typeface="Arial"/>
              <a:buChar char="•"/>
            </a:pPr>
            <a:r>
              <a:rPr lang="en-US" sz="2400" dirty="0">
                <a:solidFill>
                  <a:srgbClr val="24313D"/>
                </a:solidFill>
                <a:latin typeface="Aptos"/>
                <a:cs typeface="Aptos"/>
              </a:rPr>
              <a:t>Supports Java, C, and C++ submissions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"/>
          <p:cNvSpPr txBox="1"/>
          <p:nvPr/>
        </p:nvSpPr>
        <p:spPr>
          <a:xfrm>
            <a:off x="502920" y="228600"/>
            <a:ext cx="89611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300" b="1">
                <a:solidFill>
                  <a:srgbClr val="1E4F7D"/>
                </a:solidFill>
                <a:latin typeface="Aptos"/>
                <a:cs typeface="Aptos"/>
              </a:rPr>
              <a:t>Brief Project History</a:t>
            </a:r>
          </a:p>
        </p:txBody>
      </p:sp>
      <p:sp>
        <p:nvSpPr>
          <p:cNvPr id="3" name="Title underline"/>
          <p:cNvSpPr/>
          <p:nvPr/>
        </p:nvSpPr>
        <p:spPr>
          <a:xfrm>
            <a:off x="548640" y="896112"/>
            <a:ext cx="1874519" cy="36576"/>
          </a:xfrm>
          <a:prstGeom prst="rect">
            <a:avLst/>
          </a:prstGeom>
          <a:solidFill>
            <a:srgbClr val="2B68A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Bullets"/>
          <p:cNvSpPr txBox="1"/>
          <p:nvPr/>
        </p:nvSpPr>
        <p:spPr>
          <a:xfrm>
            <a:off x="749808" y="1325880"/>
            <a:ext cx="10469880" cy="45262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marL="285750" indent="-171450" algn="l">
              <a:buFont typeface="Arial"/>
              <a:buChar char="•"/>
            </a:pPr>
            <a:r>
              <a:rPr lang="en-US" sz="2400">
                <a:solidFill>
                  <a:srgbClr val="24313D"/>
                </a:solidFill>
                <a:latin typeface="Aptos"/>
                <a:cs typeface="Aptos"/>
              </a:rPr>
              <a:t>Started with the plagiarism detection engine</a:t>
            </a:r>
          </a:p>
          <a:p>
            <a:pPr marL="285750" indent="-171450" algn="l">
              <a:buFont typeface="Arial"/>
              <a:buChar char="•"/>
            </a:pPr>
            <a:r>
              <a:rPr lang="en-US" sz="2400">
                <a:solidFill>
                  <a:srgbClr val="24313D"/>
                </a:solidFill>
                <a:latin typeface="Aptos"/>
                <a:cs typeface="Aptos"/>
              </a:rPr>
              <a:t>Added tokenization support for Java, C, and C++</a:t>
            </a:r>
          </a:p>
          <a:p>
            <a:pPr marL="285750" indent="-171450" algn="l">
              <a:buFont typeface="Arial"/>
              <a:buChar char="•"/>
            </a:pPr>
            <a:r>
              <a:rPr lang="en-US" sz="2400">
                <a:solidFill>
                  <a:srgbClr val="24313D"/>
                </a:solidFill>
                <a:latin typeface="Aptos"/>
                <a:cs typeface="Aptos"/>
              </a:rPr>
              <a:t>The engine is built on ANTLR to handle tokenization</a:t>
            </a:r>
          </a:p>
          <a:p>
            <a:pPr marL="285750" indent="-171450" algn="l">
              <a:buFont typeface="Arial"/>
              <a:buChar char="•"/>
            </a:pPr>
            <a:r>
              <a:rPr lang="en-US" sz="2400">
                <a:solidFill>
                  <a:srgbClr val="24313D"/>
                </a:solidFill>
                <a:latin typeface="Aptos"/>
                <a:cs typeface="Aptos"/>
              </a:rPr>
              <a:t>Built the Spring Boot backend submission pipeline</a:t>
            </a:r>
          </a:p>
          <a:p>
            <a:pPr marL="285750" indent="-171450" algn="l">
              <a:buFont typeface="Arial"/>
              <a:buChar char="•"/>
            </a:pPr>
            <a:r>
              <a:rPr lang="en-US" sz="2400" dirty="0">
                <a:solidFill>
                  <a:srgbClr val="24313D"/>
                </a:solidFill>
                <a:latin typeface="Aptos"/>
                <a:cs typeface="Aptos"/>
              </a:rPr>
              <a:t>Connected </a:t>
            </a:r>
            <a:r>
              <a:rPr lang="en-US" sz="2400" dirty="0" err="1">
                <a:solidFill>
                  <a:srgbClr val="24313D"/>
                </a:solidFill>
                <a:latin typeface="Aptos"/>
                <a:cs typeface="Aptos"/>
              </a:rPr>
              <a:t>Supabase</a:t>
            </a:r>
            <a:r>
              <a:rPr lang="en-US" sz="2400" dirty="0">
                <a:solidFill>
                  <a:srgbClr val="24313D"/>
                </a:solidFill>
                <a:latin typeface="Aptos"/>
                <a:cs typeface="Aptos"/>
              </a:rPr>
              <a:t> database and storage</a:t>
            </a:r>
          </a:p>
          <a:p>
            <a:pPr marL="285750" indent="-171450" algn="l">
              <a:buFont typeface="Arial"/>
              <a:buChar char="•"/>
            </a:pPr>
            <a:r>
              <a:rPr lang="en-US" sz="2400" dirty="0">
                <a:solidFill>
                  <a:srgbClr val="24313D"/>
                </a:solidFill>
                <a:latin typeface="Aptos"/>
                <a:cs typeface="Aptos"/>
              </a:rPr>
              <a:t>Created the React and </a:t>
            </a:r>
            <a:r>
              <a:rPr lang="en-US" sz="2400" dirty="0" err="1">
                <a:solidFill>
                  <a:srgbClr val="24313D"/>
                </a:solidFill>
                <a:latin typeface="Aptos"/>
                <a:cs typeface="Aptos"/>
              </a:rPr>
              <a:t>vite</a:t>
            </a:r>
            <a:r>
              <a:rPr lang="en-US" sz="2400" dirty="0">
                <a:solidFill>
                  <a:srgbClr val="24313D"/>
                </a:solidFill>
                <a:latin typeface="Aptos"/>
                <a:cs typeface="Aptos"/>
              </a:rPr>
              <a:t> frontend for the instructors</a:t>
            </a:r>
          </a:p>
          <a:p>
            <a:pPr marL="285750" indent="-171450" algn="l">
              <a:buFont typeface="Arial"/>
              <a:buChar char="•"/>
            </a:pPr>
            <a:r>
              <a:rPr lang="en-US" sz="2400">
                <a:solidFill>
                  <a:srgbClr val="24313D"/>
                </a:solidFill>
                <a:latin typeface="Aptos"/>
                <a:cs typeface="Aptos"/>
              </a:rPr>
              <a:t>Final stage focused on integration, documentation, and demo showcase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"/>
          <p:cNvSpPr txBox="1"/>
          <p:nvPr/>
        </p:nvSpPr>
        <p:spPr>
          <a:xfrm>
            <a:off x="502920" y="228600"/>
            <a:ext cx="89611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300" b="1">
                <a:solidFill>
                  <a:srgbClr val="1E4F7D"/>
                </a:solidFill>
                <a:latin typeface="Aptos"/>
                <a:cs typeface="Aptos"/>
              </a:rPr>
              <a:t>System Architecture</a:t>
            </a:r>
          </a:p>
        </p:txBody>
      </p:sp>
      <p:sp>
        <p:nvSpPr>
          <p:cNvPr id="3" name="Title underline"/>
          <p:cNvSpPr/>
          <p:nvPr/>
        </p:nvSpPr>
        <p:spPr>
          <a:xfrm>
            <a:off x="548640" y="896112"/>
            <a:ext cx="1874519" cy="36576"/>
          </a:xfrm>
          <a:prstGeom prst="rect">
            <a:avLst/>
          </a:prstGeom>
          <a:solidFill>
            <a:srgbClr val="2B68A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act Frontend"/>
          <p:cNvSpPr txBox="1"/>
          <p:nvPr/>
        </p:nvSpPr>
        <p:spPr>
          <a:xfrm>
            <a:off x="749808" y="1234440"/>
            <a:ext cx="3840480" cy="502920"/>
          </a:xfrm>
          <a:prstGeom prst="roundRect">
            <a:avLst/>
          </a:prstGeom>
          <a:solidFill>
            <a:srgbClr val="2B68A1"/>
          </a:solidFill>
          <a:ln w="12700">
            <a:solidFill>
              <a:srgbClr val="1E4F7D"/>
            </a:solidFill>
          </a:ln>
        </p:spPr>
        <p:txBody>
          <a:bodyPr wrap="square" lIns="45720" tIns="45720" rIns="45720" bIns="45720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Aptos"/>
                <a:cs typeface="Aptos"/>
              </a:rPr>
              <a:t>React Frontend</a:t>
            </a:r>
          </a:p>
        </p:txBody>
      </p:sp>
      <p:cxnSp>
        <p:nvCxnSpPr>
          <p:cNvPr id="21" name="Arrow 21"/>
          <p:cNvCxnSpPr/>
          <p:nvPr/>
        </p:nvCxnSpPr>
        <p:spPr>
          <a:xfrm>
            <a:off x="2670048" y="1764792"/>
            <a:ext cx="0" cy="246888"/>
          </a:xfrm>
          <a:prstGeom prst="line">
            <a:avLst/>
          </a:prstGeom>
          <a:ln w="25400">
            <a:solidFill>
              <a:srgbClr val="2B68A1"/>
            </a:solidFill>
            <a:headEnd type="triangle"/>
          </a:ln>
        </p:spPr>
      </p:cxnSp>
      <p:sp>
        <p:nvSpPr>
          <p:cNvPr id="22" name="Spring Boot Backend"/>
          <p:cNvSpPr txBox="1"/>
          <p:nvPr/>
        </p:nvSpPr>
        <p:spPr>
          <a:xfrm>
            <a:off x="749808" y="2103120"/>
            <a:ext cx="3840480" cy="502920"/>
          </a:xfrm>
          <a:prstGeom prst="roundRect">
            <a:avLst/>
          </a:prstGeom>
          <a:solidFill>
            <a:srgbClr val="2B68A1"/>
          </a:solidFill>
          <a:ln w="12700">
            <a:solidFill>
              <a:srgbClr val="1E4F7D"/>
            </a:solidFill>
          </a:ln>
        </p:spPr>
        <p:txBody>
          <a:bodyPr wrap="square" lIns="45720" tIns="45720" rIns="45720" bIns="45720" anchor="t"/>
          <a:lstStyle/>
          <a:p>
            <a:pPr algn="ctr"/>
            <a:r>
              <a:rPr lang="en-US" b="1">
                <a:solidFill>
                  <a:srgbClr val="FFFFFF"/>
                </a:solidFill>
                <a:latin typeface="Aptos"/>
              </a:rPr>
              <a:t>Tokenizer + K-Gram Engine</a:t>
            </a:r>
            <a:endParaRPr lang="en-US">
              <a:solidFill>
                <a:srgbClr val="FFFFFF"/>
              </a:solidFill>
              <a:latin typeface="Aptos"/>
            </a:endParaRPr>
          </a:p>
          <a:p>
            <a:pPr algn="ctr"/>
            <a:endParaRPr lang="en-US" b="1" dirty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23" name="Arrow 23"/>
          <p:cNvCxnSpPr/>
          <p:nvPr/>
        </p:nvCxnSpPr>
        <p:spPr>
          <a:xfrm>
            <a:off x="2670048" y="2633472"/>
            <a:ext cx="0" cy="246888"/>
          </a:xfrm>
          <a:prstGeom prst="line">
            <a:avLst/>
          </a:prstGeom>
          <a:ln w="25400">
            <a:solidFill>
              <a:srgbClr val="2B68A1"/>
            </a:solidFill>
            <a:headEnd type="triangle"/>
          </a:ln>
        </p:spPr>
      </p:cxnSp>
      <p:sp>
        <p:nvSpPr>
          <p:cNvPr id="24" name="Tokenizer + K-Gram Engine"/>
          <p:cNvSpPr txBox="1"/>
          <p:nvPr/>
        </p:nvSpPr>
        <p:spPr>
          <a:xfrm>
            <a:off x="749808" y="2971800"/>
            <a:ext cx="3840480" cy="502920"/>
          </a:xfrm>
          <a:prstGeom prst="roundRect">
            <a:avLst/>
          </a:prstGeom>
          <a:solidFill>
            <a:srgbClr val="2B68A1"/>
          </a:solidFill>
          <a:ln w="12700">
            <a:solidFill>
              <a:srgbClr val="1E4F7D"/>
            </a:solidFill>
          </a:ln>
        </p:spPr>
        <p:txBody>
          <a:bodyPr wrap="square" lIns="45720" tIns="45720" rIns="45720" bIns="45720" anchor="t"/>
          <a:lstStyle/>
          <a:p>
            <a:pPr algn="ctr"/>
            <a:r>
              <a:rPr lang="en-US" b="1">
                <a:solidFill>
                  <a:srgbClr val="FFFFFF"/>
                </a:solidFill>
                <a:latin typeface="Aptos"/>
              </a:rPr>
              <a:t>Spring Boot Backend </a:t>
            </a:r>
            <a:endParaRPr lang="en-US"/>
          </a:p>
        </p:txBody>
      </p:sp>
      <p:cxnSp>
        <p:nvCxnSpPr>
          <p:cNvPr id="25" name="Arrow 25"/>
          <p:cNvCxnSpPr/>
          <p:nvPr/>
        </p:nvCxnSpPr>
        <p:spPr>
          <a:xfrm>
            <a:off x="2670048" y="3502152"/>
            <a:ext cx="0" cy="246888"/>
          </a:xfrm>
          <a:prstGeom prst="line">
            <a:avLst/>
          </a:prstGeom>
          <a:ln w="25400">
            <a:solidFill>
              <a:srgbClr val="2B68A1"/>
            </a:solidFill>
            <a:headEnd type="triangle"/>
          </a:ln>
        </p:spPr>
      </p:cxnSp>
      <p:sp>
        <p:nvSpPr>
          <p:cNvPr id="26" name="Supabase Database + Storage"/>
          <p:cNvSpPr txBox="1"/>
          <p:nvPr/>
        </p:nvSpPr>
        <p:spPr>
          <a:xfrm>
            <a:off x="749808" y="3840479"/>
            <a:ext cx="3840480" cy="502920"/>
          </a:xfrm>
          <a:prstGeom prst="roundRect">
            <a:avLst/>
          </a:prstGeom>
          <a:solidFill>
            <a:srgbClr val="2B68A1"/>
          </a:solidFill>
          <a:ln w="12700">
            <a:solidFill>
              <a:srgbClr val="1E4F7D"/>
            </a:solidFill>
          </a:ln>
        </p:spPr>
        <p:txBody>
          <a:bodyPr wrap="square" lIns="45720" tIns="45720" rIns="45720" bIns="45720"/>
          <a:lstStyle/>
          <a:p>
            <a:pPr algn="ctr"/>
            <a:r>
              <a:rPr lang="en-US" sz="1800" b="1">
                <a:solidFill>
                  <a:srgbClr val="FFFFFF"/>
                </a:solidFill>
                <a:latin typeface="Aptos"/>
                <a:cs typeface="Aptos"/>
              </a:rPr>
              <a:t>Supabase Database + Storage</a:t>
            </a:r>
          </a:p>
        </p:txBody>
      </p:sp>
      <p:sp>
        <p:nvSpPr>
          <p:cNvPr id="10" name="Bullets"/>
          <p:cNvSpPr txBox="1"/>
          <p:nvPr/>
        </p:nvSpPr>
        <p:spPr>
          <a:xfrm>
            <a:off x="5166360" y="1234440"/>
            <a:ext cx="6172200" cy="4069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285750" indent="-171450" algn="l">
              <a:buFont typeface="Arial"/>
              <a:buChar char="•"/>
            </a:pPr>
            <a:r>
              <a:rPr lang="en-US" sz="2200">
                <a:solidFill>
                  <a:srgbClr val="24313D"/>
                </a:solidFill>
                <a:latin typeface="Aptos"/>
                <a:cs typeface="Aptos"/>
              </a:rPr>
              <a:t>Frontend handles user interaction</a:t>
            </a:r>
          </a:p>
          <a:p>
            <a:pPr marL="285750" indent="-171450" algn="l">
              <a:buFont typeface="Arial"/>
              <a:buChar char="•"/>
            </a:pPr>
            <a:r>
              <a:rPr lang="en-US" sz="2200">
                <a:solidFill>
                  <a:srgbClr val="24313D"/>
                </a:solidFill>
                <a:latin typeface="Aptos"/>
                <a:cs typeface="Aptos"/>
              </a:rPr>
              <a:t>Backend controls uploads and processing</a:t>
            </a:r>
          </a:p>
          <a:p>
            <a:pPr marL="285750" indent="-171450" algn="l">
              <a:buFont typeface="Arial"/>
              <a:buChar char="•"/>
            </a:pPr>
            <a:r>
              <a:rPr lang="en-US" sz="2200">
                <a:solidFill>
                  <a:srgbClr val="24313D"/>
                </a:solidFill>
                <a:latin typeface="Aptos"/>
                <a:cs typeface="Aptos"/>
              </a:rPr>
              <a:t>Tokenizer and K-gram engine compare submissions</a:t>
            </a:r>
          </a:p>
          <a:p>
            <a:pPr marL="285750" indent="-171450" algn="l">
              <a:buFont typeface="Arial"/>
              <a:buChar char="•"/>
            </a:pPr>
            <a:r>
              <a:rPr lang="en-US" sz="2200">
                <a:solidFill>
                  <a:srgbClr val="24313D"/>
                </a:solidFill>
                <a:latin typeface="Aptos"/>
                <a:cs typeface="Aptos"/>
              </a:rPr>
              <a:t>Supabase stores files, users, courses, assignments, and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"/>
          <p:cNvSpPr txBox="1"/>
          <p:nvPr/>
        </p:nvSpPr>
        <p:spPr>
          <a:xfrm>
            <a:off x="502920" y="228600"/>
            <a:ext cx="89611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3300" b="1" dirty="0">
                <a:solidFill>
                  <a:srgbClr val="1E4F7D"/>
                </a:solidFill>
                <a:latin typeface="Aptos"/>
                <a:cs typeface="Aptos"/>
              </a:rPr>
              <a:t>Data </a:t>
            </a:r>
            <a:r>
              <a:rPr lang="en-US" sz="3300" b="1">
                <a:solidFill>
                  <a:srgbClr val="1E4F7D"/>
                </a:solidFill>
                <a:latin typeface="Aptos"/>
                <a:cs typeface="Aptos"/>
              </a:rPr>
              <a:t>storage and processing</a:t>
            </a:r>
            <a:endParaRPr lang="en-US" sz="3300" b="1" dirty="0">
              <a:solidFill>
                <a:srgbClr val="1E4F7D"/>
              </a:solidFill>
              <a:latin typeface="Aptos"/>
              <a:cs typeface="Aptos"/>
            </a:endParaRPr>
          </a:p>
        </p:txBody>
      </p:sp>
      <p:sp>
        <p:nvSpPr>
          <p:cNvPr id="3" name="Title underline"/>
          <p:cNvSpPr/>
          <p:nvPr/>
        </p:nvSpPr>
        <p:spPr>
          <a:xfrm>
            <a:off x="548640" y="896112"/>
            <a:ext cx="1874519" cy="36576"/>
          </a:xfrm>
          <a:prstGeom prst="rect">
            <a:avLst/>
          </a:prstGeom>
          <a:solidFill>
            <a:srgbClr val="2B68A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Bullets"/>
          <p:cNvSpPr txBox="1"/>
          <p:nvPr/>
        </p:nvSpPr>
        <p:spPr>
          <a:xfrm>
            <a:off x="749808" y="1325880"/>
            <a:ext cx="10469880" cy="45262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marL="285750" indent="-171450" algn="l">
              <a:buFont typeface="Arial"/>
              <a:buChar char="•"/>
            </a:pPr>
            <a:endParaRPr lang="en-US" sz="2000" dirty="0">
              <a:solidFill>
                <a:srgbClr val="24313D"/>
              </a:solidFill>
              <a:latin typeface="Aptos"/>
              <a:cs typeface="Aptos"/>
            </a:endParaRPr>
          </a:p>
          <a:p>
            <a:pPr marL="285750" indent="-171450" algn="l">
              <a:buFont typeface="Arial"/>
              <a:buChar char="•"/>
            </a:pPr>
            <a:endParaRPr lang="en-US" sz="2000" dirty="0">
              <a:solidFill>
                <a:srgbClr val="24313D"/>
              </a:solidFill>
              <a:latin typeface="Aptos"/>
            </a:endParaRPr>
          </a:p>
          <a:p>
            <a:pPr marL="285750" indent="-171450" algn="l">
              <a:buFont typeface="Arial"/>
              <a:buChar char="•"/>
            </a:pPr>
            <a:endParaRPr lang="en-US" sz="2400">
              <a:solidFill>
                <a:srgbClr val="24313D"/>
              </a:solidFill>
              <a:latin typeface="Aptos"/>
            </a:endParaRPr>
          </a:p>
          <a:p>
            <a:pPr marL="285750" indent="-171450" algn="l">
              <a:buFont typeface="Arial"/>
              <a:buChar char="•"/>
            </a:pPr>
            <a:r>
              <a:rPr lang="en-US" sz="2400" dirty="0">
                <a:solidFill>
                  <a:srgbClr val="24313D"/>
                </a:solidFill>
                <a:latin typeface="Aptos"/>
              </a:rPr>
              <a:t>Takes in zip file </a:t>
            </a:r>
            <a:r>
              <a:rPr lang="en-US" sz="2400">
                <a:solidFill>
                  <a:srgbClr val="24313D"/>
                </a:solidFill>
                <a:latin typeface="Aptos"/>
              </a:rPr>
              <a:t>alongside user's personal identifiable information (PII).</a:t>
            </a:r>
          </a:p>
          <a:p>
            <a:pPr marL="285750" indent="-171450" algn="l">
              <a:buFont typeface="Arial"/>
              <a:buChar char="•"/>
            </a:pPr>
            <a:r>
              <a:rPr lang="en-US" sz="2400" dirty="0">
                <a:solidFill>
                  <a:srgbClr val="24313D"/>
                </a:solidFill>
                <a:latin typeface="Aptos"/>
              </a:rPr>
              <a:t>Unpacks zip files and </a:t>
            </a:r>
            <a:r>
              <a:rPr lang="en-US" sz="2400">
                <a:solidFill>
                  <a:srgbClr val="24313D"/>
                </a:solidFill>
                <a:latin typeface="Aptos"/>
              </a:rPr>
              <a:t>concatenate into a single code file.</a:t>
            </a:r>
            <a:endParaRPr lang="en-US" sz="2400" dirty="0">
              <a:solidFill>
                <a:srgbClr val="24313D"/>
              </a:solidFill>
              <a:latin typeface="Aptos"/>
            </a:endParaRPr>
          </a:p>
          <a:p>
            <a:pPr marL="285750" indent="-171450" algn="l">
              <a:buFont typeface="Arial"/>
              <a:buChar char="•"/>
            </a:pPr>
            <a:r>
              <a:rPr lang="en-US" sz="2400" dirty="0">
                <a:solidFill>
                  <a:srgbClr val="24313D"/>
                </a:solidFill>
                <a:latin typeface="Aptos"/>
              </a:rPr>
              <a:t>Trims out any </a:t>
            </a:r>
            <a:r>
              <a:rPr lang="en-US" sz="2400">
                <a:solidFill>
                  <a:srgbClr val="24313D"/>
                </a:solidFill>
                <a:latin typeface="Aptos"/>
              </a:rPr>
              <a:t>non-code files.</a:t>
            </a:r>
            <a:endParaRPr lang="en-US" sz="2400" dirty="0">
              <a:solidFill>
                <a:srgbClr val="24313D"/>
              </a:solidFill>
              <a:latin typeface="Aptos"/>
            </a:endParaRPr>
          </a:p>
          <a:p>
            <a:pPr marL="285750" indent="-171450" algn="l">
              <a:buFont typeface="Arial"/>
              <a:buChar char="•"/>
            </a:pPr>
            <a:r>
              <a:rPr lang="en-US" sz="2400">
                <a:solidFill>
                  <a:srgbClr val="24313D"/>
                </a:solidFill>
                <a:latin typeface="Aptos"/>
              </a:rPr>
              <a:t>Encrypts PII</a:t>
            </a:r>
            <a:endParaRPr lang="en-US" sz="2400" dirty="0">
              <a:solidFill>
                <a:srgbClr val="24313D"/>
              </a:solidFill>
              <a:latin typeface="Aptos"/>
            </a:endParaRPr>
          </a:p>
          <a:p>
            <a:pPr marL="285750" indent="-171450" algn="l">
              <a:buFont typeface="Arial"/>
              <a:buChar char="•"/>
            </a:pPr>
            <a:r>
              <a:rPr lang="en-US" sz="2400">
                <a:solidFill>
                  <a:srgbClr val="24313D"/>
                </a:solidFill>
                <a:latin typeface="Aptos"/>
              </a:rPr>
              <a:t>Inputs submission record into database. </a:t>
            </a:r>
          </a:p>
          <a:p>
            <a:pPr marL="285750" indent="-171450" algn="l">
              <a:buFont typeface="Arial"/>
              <a:buChar char="•"/>
            </a:pPr>
            <a:endParaRPr lang="en-US" sz="2400" dirty="0">
              <a:solidFill>
                <a:srgbClr val="24313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"/>
          <p:cNvSpPr txBox="1"/>
          <p:nvPr/>
        </p:nvSpPr>
        <p:spPr>
          <a:xfrm>
            <a:off x="502920" y="228600"/>
            <a:ext cx="89611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300" b="1">
                <a:solidFill>
                  <a:srgbClr val="1E4F7D"/>
                </a:solidFill>
                <a:latin typeface="Aptos"/>
                <a:cs typeface="Aptos"/>
              </a:rPr>
              <a:t>Theory of Operation</a:t>
            </a:r>
          </a:p>
        </p:txBody>
      </p:sp>
      <p:sp>
        <p:nvSpPr>
          <p:cNvPr id="3" name="Title underline"/>
          <p:cNvSpPr/>
          <p:nvPr/>
        </p:nvSpPr>
        <p:spPr>
          <a:xfrm>
            <a:off x="548640" y="896112"/>
            <a:ext cx="1874519" cy="36576"/>
          </a:xfrm>
          <a:prstGeom prst="rect">
            <a:avLst/>
          </a:prstGeom>
          <a:solidFill>
            <a:srgbClr val="2B68A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Code Example"/>
          <p:cNvSpPr txBox="1"/>
          <p:nvPr/>
        </p:nvSpPr>
        <p:spPr>
          <a:xfrm>
            <a:off x="804672" y="1234440"/>
            <a:ext cx="5166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9BC"/>
            </a:solidFill>
          </a:ln>
        </p:spPr>
        <p:txBody>
          <a:bodyPr wrap="square" lIns="91440" tIns="91440" rIns="91440" bIns="91440"/>
          <a:lstStyle/>
          <a:p>
            <a:pPr algn="l"/>
            <a:r>
              <a:rPr lang="en-US" sz="2050">
                <a:solidFill>
                  <a:srgbClr val="24313D"/>
                </a:solidFill>
                <a:latin typeface="Courier New"/>
                <a:cs typeface="Courier New"/>
              </a:rPr>
              <a:t>for (int i = 0; i &lt; n; i++)</a:t>
            </a:r>
          </a:p>
        </p:txBody>
      </p:sp>
      <p:cxnSp>
        <p:nvCxnSpPr>
          <p:cNvPr id="22" name="Arrow 22"/>
          <p:cNvCxnSpPr/>
          <p:nvPr/>
        </p:nvCxnSpPr>
        <p:spPr>
          <a:xfrm>
            <a:off x="3383280" y="2221992"/>
            <a:ext cx="0" cy="256032"/>
          </a:xfrm>
          <a:prstGeom prst="line">
            <a:avLst/>
          </a:prstGeom>
          <a:ln w="25400">
            <a:solidFill>
              <a:srgbClr val="2B68A1"/>
            </a:solidFill>
            <a:headEnd type="triangle"/>
          </a:ln>
        </p:spPr>
      </p:cxnSp>
      <p:sp>
        <p:nvSpPr>
          <p:cNvPr id="21" name="Token Example"/>
          <p:cNvSpPr txBox="1"/>
          <p:nvPr/>
        </p:nvSpPr>
        <p:spPr>
          <a:xfrm>
            <a:off x="804672" y="2514600"/>
            <a:ext cx="5166360" cy="1234440"/>
          </a:xfrm>
          <a:prstGeom prst="roundRect">
            <a:avLst/>
          </a:prstGeom>
          <a:solidFill>
            <a:srgbClr val="E0FBFC"/>
          </a:solidFill>
          <a:ln w="12700">
            <a:solidFill>
              <a:srgbClr val="2B68A1"/>
            </a:solidFill>
          </a:ln>
        </p:spPr>
        <p:txBody>
          <a:bodyPr wrap="square" lIns="91440" tIns="91440" rIns="91440" bIns="91440"/>
          <a:lstStyle/>
          <a:p>
            <a:pPr algn="l"/>
            <a:r>
              <a:rPr lang="en-US" sz="1850">
                <a:solidFill>
                  <a:srgbClr val="1E4F7D"/>
                </a:solidFill>
                <a:latin typeface="Courier New"/>
                <a:cs typeface="Courier New"/>
              </a:rPr>
              <a:t>FOR, LPAREN, INT,</a:t>
            </a:r>
          </a:p>
          <a:p>
            <a:pPr algn="l"/>
            <a:r>
              <a:rPr lang="en-US" sz="1850">
                <a:solidFill>
                  <a:srgbClr val="1E4F7D"/>
                </a:solidFill>
                <a:latin typeface="Courier New"/>
                <a:cs typeface="Courier New"/>
              </a:rPr>
              <a:t>IDENTIFIER, ASSIGN, NUMBER...</a:t>
            </a:r>
          </a:p>
        </p:txBody>
      </p:sp>
      <p:sp>
        <p:nvSpPr>
          <p:cNvPr id="10" name="Bullets"/>
          <p:cNvSpPr txBox="1"/>
          <p:nvPr/>
        </p:nvSpPr>
        <p:spPr>
          <a:xfrm>
            <a:off x="6400800" y="1234440"/>
            <a:ext cx="4983480" cy="3611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marL="285750" indent="-171450" algn="l">
              <a:buFont typeface="Arial"/>
              <a:buChar char="•"/>
            </a:pPr>
            <a:r>
              <a:rPr lang="en-US" sz="2200">
                <a:solidFill>
                  <a:srgbClr val="24313D"/>
                </a:solidFill>
                <a:latin typeface="Aptos"/>
                <a:cs typeface="Aptos"/>
              </a:rPr>
              <a:t>Tokens represent meaningful parts of code</a:t>
            </a:r>
          </a:p>
          <a:p>
            <a:pPr marL="285750" indent="-171450" algn="l">
              <a:buFont typeface="Arial"/>
              <a:buChar char="•"/>
            </a:pPr>
            <a:r>
              <a:rPr lang="en-US" sz="2200">
                <a:solidFill>
                  <a:srgbClr val="24313D"/>
                </a:solidFill>
                <a:latin typeface="Aptos"/>
                <a:cs typeface="Aptos"/>
              </a:rPr>
              <a:t>K-grams are small windows of K consecutive tokens</a:t>
            </a:r>
          </a:p>
          <a:p>
            <a:pPr marL="285750" indent="-171450" algn="l">
              <a:buFont typeface="Arial"/>
              <a:buChar char="•"/>
            </a:pPr>
            <a:r>
              <a:rPr lang="en-US" sz="2200">
                <a:solidFill>
                  <a:srgbClr val="24313D"/>
                </a:solidFill>
                <a:latin typeface="Aptos"/>
                <a:cs typeface="Aptos"/>
              </a:rPr>
              <a:t>Matching K-grams suggest similar code structure</a:t>
            </a:r>
          </a:p>
          <a:p>
            <a:pPr marL="285750" indent="-171450" algn="l">
              <a:buFont typeface="Arial"/>
              <a:buChar char="•"/>
            </a:pPr>
            <a:r>
              <a:rPr lang="en-US" sz="2200">
                <a:solidFill>
                  <a:srgbClr val="24313D"/>
                </a:solidFill>
                <a:latin typeface="Aptos"/>
                <a:cs typeface="Aptos"/>
              </a:rPr>
              <a:t>Simple formatting changes have less impact</a:t>
            </a:r>
          </a:p>
        </p:txBody>
      </p:sp>
      <p:sp>
        <p:nvSpPr>
          <p:cNvPr id="23" name="Formula"/>
          <p:cNvSpPr txBox="1"/>
          <p:nvPr/>
        </p:nvSpPr>
        <p:spPr>
          <a:xfrm>
            <a:off x="914400" y="4434840"/>
            <a:ext cx="102870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9BC"/>
            </a:solidFill>
          </a:ln>
        </p:spPr>
        <p:txBody>
          <a:bodyPr wrap="square" lIns="45720" tIns="45720" rIns="45720" bIns="45720"/>
          <a:lstStyle/>
          <a:p>
            <a:pPr algn="ctr"/>
            <a:r>
              <a:rPr lang="en-US" sz="1900" b="1">
                <a:solidFill>
                  <a:srgbClr val="1E4F7D"/>
                </a:solidFill>
                <a:latin typeface="Aptos"/>
                <a:cs typeface="Aptos"/>
              </a:rPr>
              <a:t>Similarity = matching unique K-grams / smaller K-gram count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01C1C4-4E4B-C300-F854-66B675148035}"/>
            </a:ext>
          </a:extLst>
        </p:cNvPr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4DF0BB6-E1D8-ECF8-E291-6DB4C1CB478D}"/>
              </a:ext>
            </a:extLst>
          </p:cNvPr>
          <p:cNvSpPr txBox="1"/>
          <p:nvPr/>
        </p:nvSpPr>
        <p:spPr>
          <a:xfrm>
            <a:off x="502920" y="228600"/>
            <a:ext cx="89611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300" b="1">
                <a:solidFill>
                  <a:srgbClr val="1E4F7D"/>
                </a:solidFill>
                <a:latin typeface="Aptos"/>
                <a:cs typeface="Aptos"/>
              </a:rPr>
              <a:t>Plagiarism Engine</a:t>
            </a:r>
          </a:p>
        </p:txBody>
      </p:sp>
      <p:sp>
        <p:nvSpPr>
          <p:cNvPr id="3" name="Title underline">
            <a:extLst>
              <a:ext uri="{FF2B5EF4-FFF2-40B4-BE49-F238E27FC236}">
                <a16:creationId xmlns:a16="http://schemas.microsoft.com/office/drawing/2014/main" id="{FEB9CF08-8FA8-43F0-B95A-FAAA928EFF06}"/>
              </a:ext>
            </a:extLst>
          </p:cNvPr>
          <p:cNvSpPr/>
          <p:nvPr/>
        </p:nvSpPr>
        <p:spPr>
          <a:xfrm>
            <a:off x="548640" y="896112"/>
            <a:ext cx="1874519" cy="36576"/>
          </a:xfrm>
          <a:prstGeom prst="rect">
            <a:avLst/>
          </a:prstGeom>
          <a:solidFill>
            <a:srgbClr val="2B68A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Bullets">
            <a:extLst>
              <a:ext uri="{FF2B5EF4-FFF2-40B4-BE49-F238E27FC236}">
                <a16:creationId xmlns:a16="http://schemas.microsoft.com/office/drawing/2014/main" id="{88ED55E0-0A24-84A2-022E-FE202283AAE0}"/>
              </a:ext>
            </a:extLst>
          </p:cNvPr>
          <p:cNvSpPr txBox="1"/>
          <p:nvPr/>
        </p:nvSpPr>
        <p:spPr>
          <a:xfrm>
            <a:off x="749808" y="1325880"/>
            <a:ext cx="10469880" cy="45262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/>
          <a:lstStyle/>
          <a:p>
            <a:pPr marL="285750" indent="-171450" algn="l">
              <a:buFont typeface="Arial"/>
              <a:buChar char="•"/>
            </a:pPr>
            <a:endParaRPr lang="en-US" sz="2000" dirty="0">
              <a:solidFill>
                <a:srgbClr val="24313D"/>
              </a:solidFill>
              <a:latin typeface="Aptos"/>
              <a:cs typeface="Aptos"/>
            </a:endParaRPr>
          </a:p>
          <a:p>
            <a:pPr algn="l">
              <a:buFont typeface="Arial"/>
              <a:buChar char="•"/>
            </a:pPr>
            <a:r>
              <a:rPr lang="en-US" sz="2000" dirty="0">
                <a:solidFill>
                  <a:srgbClr val="24313D"/>
                </a:solidFill>
                <a:latin typeface="Aptos"/>
              </a:rPr>
              <a:t>Compares K-gram hashes between submissions to identify similarity </a:t>
            </a:r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24313D"/>
                </a:solidFill>
                <a:latin typeface="Aptos"/>
              </a:rPr>
              <a:t>Uses unique hash intersection to calculate plagiarism similarity percentage </a:t>
            </a:r>
            <a:endParaRPr lang="en-US" sz="2000">
              <a:latin typeface="Aptos"/>
            </a:endParaRPr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24313D"/>
                </a:solidFill>
                <a:latin typeface="Aptos"/>
              </a:rPr>
              <a:t>Tracks start and end line numbers for every K-gram during tokenization </a:t>
            </a:r>
            <a:endParaRPr lang="en-US" sz="2000">
              <a:latin typeface="Aptos"/>
            </a:endParaRPr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24313D"/>
                </a:solidFill>
                <a:latin typeface="Aptos"/>
              </a:rPr>
              <a:t>Detects continuous matching K-gram sequences using diagonal matching logic </a:t>
            </a:r>
            <a:endParaRPr lang="en-US" sz="2000">
              <a:latin typeface="Aptos"/>
            </a:endParaRPr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24313D"/>
                </a:solidFill>
                <a:latin typeface="Aptos"/>
              </a:rPr>
              <a:t>Builds exact line-number pairs showing where copied code occurs in both files </a:t>
            </a:r>
            <a:endParaRPr lang="en-US" sz="2000">
              <a:latin typeface="Aptos"/>
            </a:endParaRPr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24313D"/>
                </a:solidFill>
                <a:latin typeface="Aptos"/>
              </a:rPr>
              <a:t>Merges consecutive matching regions into larger plagiarism blocks </a:t>
            </a:r>
            <a:endParaRPr lang="en-US" sz="2000">
              <a:latin typeface="Aptos"/>
            </a:endParaRPr>
          </a:p>
          <a:p>
            <a:pPr algn="l">
              <a:buFont typeface="Arial"/>
              <a:buChar char="•"/>
            </a:pPr>
            <a:r>
              <a:rPr lang="en-US" sz="2000" dirty="0">
                <a:solidFill>
                  <a:srgbClr val="24313D"/>
                </a:solidFill>
                <a:latin typeface="Aptos"/>
              </a:rPr>
              <a:t>Removes duplicate and fully contained matches to reduce report noise </a:t>
            </a:r>
            <a:endParaRPr lang="en-US" sz="2000" dirty="0">
              <a:latin typeface="Aptos"/>
            </a:endParaRPr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24313D"/>
                </a:solidFill>
                <a:latin typeface="Aptos"/>
              </a:rPr>
              <a:t>Produces final plagiarism regions such as “File A lines 10–45 ↔ File B lines 12–47” </a:t>
            </a:r>
            <a:endParaRPr lang="en-US" sz="2000">
              <a:latin typeface="Aptos"/>
            </a:endParaRPr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24313D"/>
                </a:solidFill>
                <a:latin typeface="Aptos"/>
              </a:rPr>
              <a:t>Sends cleaned plagiarism matches to the side-by-side comparison interface</a:t>
            </a:r>
            <a:endParaRPr lang="en-US" sz="2000">
              <a:latin typeface="Aptos"/>
            </a:endParaRPr>
          </a:p>
          <a:p>
            <a:pPr marL="285750" indent="-171450" algn="l">
              <a:buFont typeface="Arial"/>
              <a:buChar char="•"/>
            </a:pPr>
            <a:endParaRPr lang="en-US" sz="2400">
              <a:solidFill>
                <a:srgbClr val="24313D"/>
              </a:solidFill>
              <a:latin typeface="Aptos"/>
            </a:endParaRPr>
          </a:p>
          <a:p>
            <a:pPr marL="285750" indent="-171450" algn="l">
              <a:buFont typeface="Arial"/>
              <a:buChar char="•"/>
            </a:pPr>
            <a:endParaRPr lang="en-US" sz="2400">
              <a:solidFill>
                <a:srgbClr val="24313D"/>
              </a:solidFill>
              <a:latin typeface="Aptos"/>
            </a:endParaRPr>
          </a:p>
          <a:p>
            <a:pPr marL="285750" indent="-171450" algn="l">
              <a:buFont typeface="Arial"/>
              <a:buChar char="•"/>
            </a:pPr>
            <a:endParaRPr lang="en-US" sz="2400">
              <a:solidFill>
                <a:srgbClr val="24313D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148688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"/>
          <p:cNvSpPr txBox="1"/>
          <p:nvPr/>
        </p:nvSpPr>
        <p:spPr>
          <a:xfrm>
            <a:off x="502920" y="228600"/>
            <a:ext cx="89611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300" b="1">
                <a:solidFill>
                  <a:srgbClr val="1E4F7D"/>
                </a:solidFill>
                <a:latin typeface="Aptos"/>
                <a:cs typeface="Aptos"/>
              </a:rPr>
              <a:t>Submission Workflow</a:t>
            </a:r>
          </a:p>
        </p:txBody>
      </p:sp>
      <p:sp>
        <p:nvSpPr>
          <p:cNvPr id="3" name="Title underline"/>
          <p:cNvSpPr/>
          <p:nvPr/>
        </p:nvSpPr>
        <p:spPr>
          <a:xfrm>
            <a:off x="548640" y="896112"/>
            <a:ext cx="1874519" cy="36576"/>
          </a:xfrm>
          <a:prstGeom prst="rect">
            <a:avLst/>
          </a:prstGeom>
          <a:solidFill>
            <a:srgbClr val="2B68A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Student uploads code"/>
          <p:cNvSpPr txBox="1"/>
          <p:nvPr/>
        </p:nvSpPr>
        <p:spPr>
          <a:xfrm>
            <a:off x="566928" y="1417320"/>
            <a:ext cx="1298448" cy="749808"/>
          </a:xfrm>
          <a:prstGeom prst="roundRect">
            <a:avLst/>
          </a:prstGeom>
          <a:solidFill>
            <a:srgbClr val="2B68A1"/>
          </a:solidFill>
          <a:ln w="12700">
            <a:solidFill>
              <a:srgbClr val="1E4F7D"/>
            </a:solidFill>
          </a:ln>
        </p:spPr>
        <p:txBody>
          <a:bodyPr wrap="square" lIns="45720" tIns="45720" rIns="45720" bIns="45720" anchor="t"/>
          <a:lstStyle/>
          <a:p>
            <a:pPr algn="ctr"/>
            <a:r>
              <a:rPr lang="en-US" sz="1250" b="1">
                <a:solidFill>
                  <a:srgbClr val="FFFFFF"/>
                </a:solidFill>
                <a:latin typeface="Aptos"/>
                <a:cs typeface="Aptos"/>
              </a:rPr>
              <a:t>Student uploads zip code</a:t>
            </a:r>
          </a:p>
        </p:txBody>
      </p:sp>
      <p:cxnSp>
        <p:nvCxnSpPr>
          <p:cNvPr id="50" name="Arrow 50"/>
          <p:cNvCxnSpPr>
            <a:cxnSpLocks/>
            <a:endCxn id="30" idx="3"/>
          </p:cNvCxnSpPr>
          <p:nvPr/>
        </p:nvCxnSpPr>
        <p:spPr>
          <a:xfrm flipH="1">
            <a:off x="1865376" y="1783080"/>
            <a:ext cx="347472" cy="9144"/>
          </a:xfrm>
          <a:prstGeom prst="line">
            <a:avLst/>
          </a:prstGeom>
          <a:ln w="25400">
            <a:solidFill>
              <a:srgbClr val="2B68A1"/>
            </a:solidFill>
            <a:headEnd type="triangle"/>
          </a:ln>
        </p:spPr>
      </p:cxnSp>
      <p:sp>
        <p:nvSpPr>
          <p:cNvPr id="31" name="Backend receives file"/>
          <p:cNvSpPr txBox="1"/>
          <p:nvPr/>
        </p:nvSpPr>
        <p:spPr>
          <a:xfrm>
            <a:off x="2212848" y="1417320"/>
            <a:ext cx="1298448" cy="749808"/>
          </a:xfrm>
          <a:prstGeom prst="roundRect">
            <a:avLst/>
          </a:prstGeom>
          <a:solidFill>
            <a:srgbClr val="2B68A1"/>
          </a:solidFill>
          <a:ln w="12700">
            <a:solidFill>
              <a:srgbClr val="1E4F7D"/>
            </a:solidFill>
          </a:ln>
        </p:spPr>
        <p:txBody>
          <a:bodyPr wrap="square" lIns="45720" tIns="45720" rIns="45720" bIns="45720"/>
          <a:lstStyle/>
          <a:p>
            <a:pPr algn="ctr"/>
            <a:r>
              <a:rPr lang="en-US" sz="1250" b="1">
                <a:solidFill>
                  <a:srgbClr val="FFFFFF"/>
                </a:solidFill>
                <a:latin typeface="Aptos"/>
                <a:cs typeface="Aptos"/>
              </a:rPr>
              <a:t>Backend receives file</a:t>
            </a:r>
          </a:p>
        </p:txBody>
      </p:sp>
      <p:sp>
        <p:nvSpPr>
          <p:cNvPr id="32" name="File saved to Supabase Storage"/>
          <p:cNvSpPr txBox="1"/>
          <p:nvPr/>
        </p:nvSpPr>
        <p:spPr>
          <a:xfrm>
            <a:off x="3858768" y="1417320"/>
            <a:ext cx="1298448" cy="749808"/>
          </a:xfrm>
          <a:prstGeom prst="roundRect">
            <a:avLst/>
          </a:prstGeom>
          <a:solidFill>
            <a:srgbClr val="2B68A1"/>
          </a:solidFill>
          <a:ln w="12700">
            <a:solidFill>
              <a:srgbClr val="1E4F7D"/>
            </a:solidFill>
          </a:ln>
        </p:spPr>
        <p:txBody>
          <a:bodyPr wrap="square" lIns="45720" tIns="45720" rIns="45720" bIns="45720"/>
          <a:lstStyle/>
          <a:p>
            <a:pPr algn="ctr"/>
            <a:r>
              <a:rPr lang="en-US" sz="1250" b="1">
                <a:solidFill>
                  <a:srgbClr val="FFFFFF"/>
                </a:solidFill>
                <a:latin typeface="Aptos"/>
                <a:cs typeface="Aptos"/>
              </a:rPr>
              <a:t>File saved to Supabase Storage</a:t>
            </a:r>
          </a:p>
        </p:txBody>
      </p:sp>
      <p:sp>
        <p:nvSpPr>
          <p:cNvPr id="33" name="Submission saved in database"/>
          <p:cNvSpPr txBox="1"/>
          <p:nvPr/>
        </p:nvSpPr>
        <p:spPr>
          <a:xfrm>
            <a:off x="5504688" y="1417320"/>
            <a:ext cx="1298448" cy="749808"/>
          </a:xfrm>
          <a:prstGeom prst="roundRect">
            <a:avLst/>
          </a:prstGeom>
          <a:solidFill>
            <a:srgbClr val="2B68A1"/>
          </a:solidFill>
          <a:ln w="12700">
            <a:solidFill>
              <a:srgbClr val="1E4F7D"/>
            </a:solidFill>
          </a:ln>
        </p:spPr>
        <p:txBody>
          <a:bodyPr wrap="square" lIns="45720" tIns="45720" rIns="45720" bIns="45720"/>
          <a:lstStyle/>
          <a:p>
            <a:pPr algn="ctr"/>
            <a:r>
              <a:rPr lang="en-US" sz="1250" b="1">
                <a:solidFill>
                  <a:srgbClr val="FFFFFF"/>
                </a:solidFill>
                <a:latin typeface="Aptos"/>
                <a:cs typeface="Aptos"/>
              </a:rPr>
              <a:t>Submission saved in database</a:t>
            </a:r>
          </a:p>
        </p:txBody>
      </p:sp>
      <p:sp>
        <p:nvSpPr>
          <p:cNvPr id="34" name="Existing submissions downloaded"/>
          <p:cNvSpPr txBox="1"/>
          <p:nvPr/>
        </p:nvSpPr>
        <p:spPr>
          <a:xfrm>
            <a:off x="7150608" y="1417320"/>
            <a:ext cx="1298448" cy="749808"/>
          </a:xfrm>
          <a:prstGeom prst="roundRect">
            <a:avLst/>
          </a:prstGeom>
          <a:solidFill>
            <a:srgbClr val="2B68A1"/>
          </a:solidFill>
          <a:ln w="12700">
            <a:solidFill>
              <a:srgbClr val="1E4F7D"/>
            </a:solidFill>
          </a:ln>
        </p:spPr>
        <p:txBody>
          <a:bodyPr wrap="square" lIns="45720" tIns="45720" rIns="45720" bIns="45720"/>
          <a:lstStyle/>
          <a:p>
            <a:pPr algn="ctr"/>
            <a:r>
              <a:rPr lang="en-US" sz="1250" b="1">
                <a:solidFill>
                  <a:srgbClr val="FFFFFF"/>
                </a:solidFill>
                <a:latin typeface="Aptos"/>
                <a:cs typeface="Aptos"/>
              </a:rPr>
              <a:t>Existing submissions downloaded</a:t>
            </a:r>
          </a:p>
        </p:txBody>
      </p:sp>
      <p:sp>
        <p:nvSpPr>
          <p:cNvPr id="35" name="Tokenizer and K-gram comparison run"/>
          <p:cNvSpPr txBox="1"/>
          <p:nvPr/>
        </p:nvSpPr>
        <p:spPr>
          <a:xfrm>
            <a:off x="8796528" y="1417320"/>
            <a:ext cx="1298448" cy="749808"/>
          </a:xfrm>
          <a:prstGeom prst="roundRect">
            <a:avLst/>
          </a:prstGeom>
          <a:solidFill>
            <a:srgbClr val="2B68A1"/>
          </a:solidFill>
          <a:ln w="12700">
            <a:solidFill>
              <a:srgbClr val="1E4F7D"/>
            </a:solidFill>
          </a:ln>
        </p:spPr>
        <p:txBody>
          <a:bodyPr wrap="square" lIns="45720" tIns="45720" rIns="45720" bIns="45720" anchor="t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/>
                <a:cs typeface="Aptos"/>
              </a:rPr>
              <a:t>Tokenizer and K-gram comparison run</a:t>
            </a:r>
          </a:p>
        </p:txBody>
      </p:sp>
      <p:sp>
        <p:nvSpPr>
          <p:cNvPr id="36" name="Top similarity results stored"/>
          <p:cNvSpPr txBox="1"/>
          <p:nvPr/>
        </p:nvSpPr>
        <p:spPr>
          <a:xfrm>
            <a:off x="10442448" y="1417320"/>
            <a:ext cx="1298448" cy="749808"/>
          </a:xfrm>
          <a:prstGeom prst="roundRect">
            <a:avLst/>
          </a:prstGeom>
          <a:solidFill>
            <a:srgbClr val="2B68A1"/>
          </a:solidFill>
          <a:ln w="12700">
            <a:solidFill>
              <a:srgbClr val="1E4F7D"/>
            </a:solidFill>
          </a:ln>
        </p:spPr>
        <p:txBody>
          <a:bodyPr wrap="square" lIns="45720" tIns="45720" rIns="45720" bIns="45720"/>
          <a:lstStyle/>
          <a:p>
            <a:pPr algn="ctr"/>
            <a:r>
              <a:rPr lang="en-US" sz="1250" b="1">
                <a:solidFill>
                  <a:srgbClr val="FFFFFF"/>
                </a:solidFill>
                <a:latin typeface="Aptos"/>
                <a:cs typeface="Aptos"/>
              </a:rPr>
              <a:t>Top similarity results stored</a:t>
            </a:r>
          </a:p>
        </p:txBody>
      </p:sp>
      <p:sp>
        <p:nvSpPr>
          <p:cNvPr id="10" name="Bullets"/>
          <p:cNvSpPr txBox="1"/>
          <p:nvPr/>
        </p:nvSpPr>
        <p:spPr>
          <a:xfrm>
            <a:off x="914400" y="2743200"/>
            <a:ext cx="10058400" cy="2286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/>
          <a:lstStyle/>
          <a:p>
            <a:pPr marL="285750" indent="-171450" algn="l">
              <a:buFont typeface="Arial"/>
              <a:buChar char="•"/>
            </a:pPr>
            <a:r>
              <a:rPr lang="en-US" sz="2300">
                <a:solidFill>
                  <a:srgbClr val="24313D"/>
                </a:solidFill>
                <a:latin typeface="Aptos"/>
                <a:cs typeface="Aptos"/>
              </a:rPr>
              <a:t>Submissions are grouped by course and assignment</a:t>
            </a:r>
          </a:p>
          <a:p>
            <a:pPr marL="285750" indent="-171450" algn="l">
              <a:buFont typeface="Arial"/>
              <a:buChar char="•"/>
            </a:pPr>
            <a:r>
              <a:rPr lang="en-US" sz="2300">
                <a:solidFill>
                  <a:srgbClr val="24313D"/>
                </a:solidFill>
                <a:latin typeface="Aptos"/>
                <a:cs typeface="Aptos"/>
              </a:rPr>
              <a:t>Duplicate submissions can be replaced</a:t>
            </a:r>
          </a:p>
          <a:p>
            <a:pPr marL="285750" indent="-171450" algn="l">
              <a:buFont typeface="Arial"/>
              <a:buChar char="•"/>
            </a:pPr>
            <a:r>
              <a:rPr lang="en-US" sz="2300">
                <a:solidFill>
                  <a:srgbClr val="24313D"/>
                </a:solidFill>
                <a:latin typeface="Aptos"/>
                <a:cs typeface="Aptos"/>
              </a:rPr>
              <a:t>New submissions are compared against previous submissions</a:t>
            </a:r>
          </a:p>
        </p:txBody>
      </p:sp>
      <p:cxnSp>
        <p:nvCxnSpPr>
          <p:cNvPr id="20" name="Arrow 50">
            <a:extLst>
              <a:ext uri="{FF2B5EF4-FFF2-40B4-BE49-F238E27FC236}">
                <a16:creationId xmlns:a16="http://schemas.microsoft.com/office/drawing/2014/main" id="{14FF45CE-533C-C243-83A7-1B12B4706DC6}"/>
              </a:ext>
            </a:extLst>
          </p:cNvPr>
          <p:cNvCxnSpPr>
            <a:cxnSpLocks/>
          </p:cNvCxnSpPr>
          <p:nvPr/>
        </p:nvCxnSpPr>
        <p:spPr>
          <a:xfrm flipH="1">
            <a:off x="3511296" y="1740767"/>
            <a:ext cx="347472" cy="9144"/>
          </a:xfrm>
          <a:prstGeom prst="line">
            <a:avLst/>
          </a:prstGeom>
          <a:ln w="25400">
            <a:solidFill>
              <a:srgbClr val="2B68A1"/>
            </a:solidFill>
            <a:headEnd type="triangle"/>
          </a:ln>
        </p:spPr>
      </p:cxnSp>
      <p:cxnSp>
        <p:nvCxnSpPr>
          <p:cNvPr id="21" name="Arrow 50">
            <a:extLst>
              <a:ext uri="{FF2B5EF4-FFF2-40B4-BE49-F238E27FC236}">
                <a16:creationId xmlns:a16="http://schemas.microsoft.com/office/drawing/2014/main" id="{56F55C1B-3D58-C148-888C-CC6C72AC0B58}"/>
              </a:ext>
            </a:extLst>
          </p:cNvPr>
          <p:cNvCxnSpPr>
            <a:cxnSpLocks/>
          </p:cNvCxnSpPr>
          <p:nvPr/>
        </p:nvCxnSpPr>
        <p:spPr>
          <a:xfrm flipH="1">
            <a:off x="5157216" y="1721224"/>
            <a:ext cx="347472" cy="9144"/>
          </a:xfrm>
          <a:prstGeom prst="line">
            <a:avLst/>
          </a:prstGeom>
          <a:ln w="25400">
            <a:solidFill>
              <a:srgbClr val="2B68A1"/>
            </a:solidFill>
            <a:headEnd type="triangle"/>
          </a:ln>
        </p:spPr>
      </p:cxnSp>
      <p:cxnSp>
        <p:nvCxnSpPr>
          <p:cNvPr id="22" name="Arrow 50">
            <a:extLst>
              <a:ext uri="{FF2B5EF4-FFF2-40B4-BE49-F238E27FC236}">
                <a16:creationId xmlns:a16="http://schemas.microsoft.com/office/drawing/2014/main" id="{4CB18ED5-80A9-804B-B67A-67CD83467D51}"/>
              </a:ext>
            </a:extLst>
          </p:cNvPr>
          <p:cNvCxnSpPr>
            <a:cxnSpLocks/>
          </p:cNvCxnSpPr>
          <p:nvPr/>
        </p:nvCxnSpPr>
        <p:spPr>
          <a:xfrm flipH="1">
            <a:off x="6803136" y="1712080"/>
            <a:ext cx="347472" cy="9144"/>
          </a:xfrm>
          <a:prstGeom prst="line">
            <a:avLst/>
          </a:prstGeom>
          <a:ln w="25400">
            <a:solidFill>
              <a:srgbClr val="2B68A1"/>
            </a:solidFill>
            <a:headEnd type="triangle"/>
          </a:ln>
        </p:spPr>
      </p:cxnSp>
      <p:cxnSp>
        <p:nvCxnSpPr>
          <p:cNvPr id="23" name="Arrow 50">
            <a:extLst>
              <a:ext uri="{FF2B5EF4-FFF2-40B4-BE49-F238E27FC236}">
                <a16:creationId xmlns:a16="http://schemas.microsoft.com/office/drawing/2014/main" id="{0C164CBA-2673-8848-9AA5-9C9355A83FC9}"/>
              </a:ext>
            </a:extLst>
          </p:cNvPr>
          <p:cNvCxnSpPr>
            <a:cxnSpLocks/>
          </p:cNvCxnSpPr>
          <p:nvPr/>
        </p:nvCxnSpPr>
        <p:spPr>
          <a:xfrm flipH="1">
            <a:off x="8449056" y="1702936"/>
            <a:ext cx="347472" cy="9144"/>
          </a:xfrm>
          <a:prstGeom prst="line">
            <a:avLst/>
          </a:prstGeom>
          <a:ln w="25400">
            <a:solidFill>
              <a:srgbClr val="2B68A1"/>
            </a:solidFill>
            <a:headEnd type="triangle"/>
          </a:ln>
        </p:spPr>
      </p:cxnSp>
      <p:cxnSp>
        <p:nvCxnSpPr>
          <p:cNvPr id="24" name="Arrow 50">
            <a:extLst>
              <a:ext uri="{FF2B5EF4-FFF2-40B4-BE49-F238E27FC236}">
                <a16:creationId xmlns:a16="http://schemas.microsoft.com/office/drawing/2014/main" id="{F3735377-B829-0F4B-B313-2A1C4EE0BD8B}"/>
              </a:ext>
            </a:extLst>
          </p:cNvPr>
          <p:cNvCxnSpPr>
            <a:cxnSpLocks/>
          </p:cNvCxnSpPr>
          <p:nvPr/>
        </p:nvCxnSpPr>
        <p:spPr>
          <a:xfrm flipH="1">
            <a:off x="10072744" y="1690564"/>
            <a:ext cx="347472" cy="9144"/>
          </a:xfrm>
          <a:prstGeom prst="line">
            <a:avLst/>
          </a:prstGeom>
          <a:ln w="25400">
            <a:solidFill>
              <a:srgbClr val="2B68A1"/>
            </a:solidFill>
            <a:headEnd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"/>
          <p:cNvSpPr txBox="1"/>
          <p:nvPr/>
        </p:nvSpPr>
        <p:spPr>
          <a:xfrm>
            <a:off x="502920" y="228600"/>
            <a:ext cx="89611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300" b="1">
                <a:solidFill>
                  <a:srgbClr val="1E4F7D"/>
                </a:solidFill>
                <a:latin typeface="Aptos"/>
                <a:cs typeface="Aptos"/>
              </a:rPr>
              <a:t>Frontend Features</a:t>
            </a:r>
          </a:p>
        </p:txBody>
      </p:sp>
      <p:sp>
        <p:nvSpPr>
          <p:cNvPr id="3" name="Title underline"/>
          <p:cNvSpPr/>
          <p:nvPr/>
        </p:nvSpPr>
        <p:spPr>
          <a:xfrm>
            <a:off x="548640" y="896112"/>
            <a:ext cx="1874519" cy="36576"/>
          </a:xfrm>
          <a:prstGeom prst="rect">
            <a:avLst/>
          </a:prstGeom>
          <a:solidFill>
            <a:srgbClr val="2B68A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Bullets"/>
          <p:cNvSpPr txBox="1"/>
          <p:nvPr/>
        </p:nvSpPr>
        <p:spPr>
          <a:xfrm>
            <a:off x="749808" y="1383389"/>
            <a:ext cx="4963353" cy="446877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45720" tIns="45720" rIns="45720" bIns="45720" anchor="t"/>
          <a:lstStyle/>
          <a:p>
            <a:pPr marL="114300" algn="l"/>
            <a:r>
              <a:rPr lang="en-US" sz="2400" b="1">
                <a:solidFill>
                  <a:srgbClr val="24313D"/>
                </a:solidFill>
                <a:latin typeface="Aptos"/>
              </a:rPr>
              <a:t>Student submission</a:t>
            </a:r>
            <a:endParaRPr lang="en-US" b="1">
              <a:ea typeface="Calibri"/>
              <a:cs typeface="Calibri"/>
            </a:endParaRPr>
          </a:p>
          <a:p>
            <a:pPr marL="457200" indent="-342900" algn="l">
              <a:buFont typeface="Arial"/>
              <a:buChar char="•"/>
            </a:pPr>
            <a:r>
              <a:rPr lang="en-US" sz="2400">
                <a:solidFill>
                  <a:srgbClr val="24313D"/>
                </a:solidFill>
                <a:latin typeface="Aptos"/>
              </a:rPr>
              <a:t>Public submission page, no student account required</a:t>
            </a:r>
          </a:p>
          <a:p>
            <a:pPr marL="457200" indent="-342900" algn="l">
              <a:buFont typeface="Arial"/>
              <a:buChar char="•"/>
            </a:pPr>
            <a:r>
              <a:rPr lang="en-US" sz="2400">
                <a:solidFill>
                  <a:srgbClr val="24313D"/>
                </a:solidFill>
                <a:latin typeface="Aptos"/>
              </a:rPr>
              <a:t>Assignment key connects the upload to a specific assignment run</a:t>
            </a:r>
          </a:p>
          <a:p>
            <a:pPr marL="457200" indent="-342900" algn="l">
              <a:buFont typeface="Arial"/>
              <a:buChar char="•"/>
            </a:pPr>
            <a:r>
              <a:rPr lang="en-US" sz="2400">
                <a:solidFill>
                  <a:srgbClr val="24313D"/>
                </a:solidFill>
                <a:latin typeface="Aptos"/>
              </a:rPr>
              <a:t>Student name and email are collected for instructor records</a:t>
            </a:r>
          </a:p>
          <a:p>
            <a:pPr marL="457200" indent="-342900" algn="l">
              <a:buFont typeface="Arial"/>
              <a:buChar char="•"/>
            </a:pPr>
            <a:r>
              <a:rPr lang="en-US" sz="2400">
                <a:solidFill>
                  <a:srgbClr val="24313D"/>
                </a:solidFill>
                <a:latin typeface="Aptos"/>
              </a:rPr>
              <a:t>Zip upload with client-side validation</a:t>
            </a:r>
          </a:p>
          <a:p>
            <a:pPr marL="457200" indent="-342900" algn="l">
              <a:buFont typeface="Arial"/>
              <a:buChar char="•"/>
            </a:pPr>
            <a:r>
              <a:rPr lang="en-US" sz="2400">
                <a:solidFill>
                  <a:srgbClr val="24313D"/>
                </a:solidFill>
                <a:latin typeface="Aptos"/>
              </a:rPr>
              <a:t>Upload loading state , success message and error feedback</a:t>
            </a:r>
          </a:p>
          <a:p>
            <a:pPr marL="114300" algn="l"/>
            <a:endParaRPr lang="en-US" sz="2400">
              <a:solidFill>
                <a:srgbClr val="24313D"/>
              </a:solidFill>
              <a:latin typeface="Aptos"/>
            </a:endParaRPr>
          </a:p>
          <a:p>
            <a:pPr marL="114300" algn="l"/>
            <a:endParaRPr lang="en-US" sz="2400">
              <a:solidFill>
                <a:srgbClr val="24313D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312F0E-D018-AA25-6852-79DA5BE5F561}"/>
              </a:ext>
            </a:extLst>
          </p:cNvPr>
          <p:cNvSpPr txBox="1"/>
          <p:nvPr/>
        </p:nvSpPr>
        <p:spPr>
          <a:xfrm>
            <a:off x="6398359" y="1378034"/>
            <a:ext cx="4569124" cy="452431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>
                <a:latin typeface="Aptos"/>
              </a:rPr>
              <a:t>Instructor workspace</a:t>
            </a:r>
          </a:p>
          <a:p>
            <a:pPr marL="285750" indent="-285750" algn="l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Instructor signup and login through superbase Auth</a:t>
            </a:r>
          </a:p>
          <a:p>
            <a:pPr marL="285750" indent="-285750" algn="l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Course and assignment run management</a:t>
            </a:r>
          </a:p>
          <a:p>
            <a:pPr marL="285750" indent="-285750" algn="l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Repository upload and result generation</a:t>
            </a:r>
          </a:p>
          <a:p>
            <a:pPr marL="285750" indent="-285750" algn="l"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Review queue , report page and side by side comparison view</a:t>
            </a:r>
          </a:p>
          <a:p>
            <a:pPr algn="l"/>
            <a:endParaRPr lang="en-US" sz="240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algn="l"/>
            <a:endParaRPr lang="en-US" sz="240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"/>
          <p:cNvSpPr txBox="1"/>
          <p:nvPr/>
        </p:nvSpPr>
        <p:spPr>
          <a:xfrm>
            <a:off x="502920" y="228600"/>
            <a:ext cx="89611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3300" b="1">
                <a:solidFill>
                  <a:srgbClr val="1E4F7D"/>
                </a:solidFill>
                <a:latin typeface="Aptos"/>
                <a:cs typeface="Aptos"/>
              </a:rPr>
              <a:t>Challenges and Lessons learned</a:t>
            </a:r>
          </a:p>
        </p:txBody>
      </p:sp>
      <p:sp>
        <p:nvSpPr>
          <p:cNvPr id="3" name="Title underline"/>
          <p:cNvSpPr/>
          <p:nvPr/>
        </p:nvSpPr>
        <p:spPr>
          <a:xfrm>
            <a:off x="548640" y="896112"/>
            <a:ext cx="1874519" cy="36576"/>
          </a:xfrm>
          <a:prstGeom prst="rect">
            <a:avLst/>
          </a:prstGeom>
          <a:solidFill>
            <a:srgbClr val="2B68A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Challenges"/>
          <p:cNvSpPr txBox="1"/>
          <p:nvPr/>
        </p:nvSpPr>
        <p:spPr>
          <a:xfrm>
            <a:off x="713232" y="1234440"/>
            <a:ext cx="5212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9BC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en-US" sz="2500" b="1">
                <a:solidFill>
                  <a:srgbClr val="1E4F7D"/>
                </a:solidFill>
                <a:latin typeface="Aptos"/>
                <a:cs typeface="Aptos"/>
              </a:rPr>
              <a:t>Challenges</a:t>
            </a:r>
          </a:p>
          <a:p>
            <a:pPr marL="285750" indent="-171450" algn="l">
              <a:buFont typeface="Arial"/>
              <a:buChar char="•"/>
            </a:pPr>
            <a:r>
              <a:rPr lang="en-US" sz="2100">
                <a:solidFill>
                  <a:srgbClr val="24313D"/>
                </a:solidFill>
                <a:latin typeface="Aptos"/>
                <a:cs typeface="Aptos"/>
              </a:rPr>
              <a:t>Connecting frontend, backend, database, and storage</a:t>
            </a:r>
          </a:p>
          <a:p>
            <a:pPr marL="285750" indent="-171450" algn="l">
              <a:buFont typeface="Arial"/>
              <a:buChar char="•"/>
            </a:pPr>
            <a:r>
              <a:rPr lang="en-US" sz="2100">
                <a:solidFill>
                  <a:srgbClr val="24313D"/>
                </a:solidFill>
                <a:latin typeface="Aptos"/>
                <a:cs typeface="Aptos"/>
              </a:rPr>
              <a:t>Handling ZIP files and multiple languages</a:t>
            </a:r>
          </a:p>
          <a:p>
            <a:pPr marL="285750" indent="-171450" algn="l">
              <a:buFont typeface="Arial"/>
              <a:buChar char="•"/>
            </a:pPr>
            <a:r>
              <a:rPr lang="en-US" sz="2100">
                <a:solidFill>
                  <a:srgbClr val="24313D"/>
                </a:solidFill>
                <a:latin typeface="Aptos"/>
                <a:cs typeface="Aptos"/>
              </a:rPr>
              <a:t>Ignoring comments and whitespace correctly</a:t>
            </a:r>
          </a:p>
          <a:p>
            <a:pPr marL="285750" indent="-171450" algn="l">
              <a:buFont typeface="Arial"/>
              <a:buChar char="•"/>
            </a:pPr>
            <a:r>
              <a:rPr lang="en-US" sz="2100">
                <a:solidFill>
                  <a:srgbClr val="24313D"/>
                </a:solidFill>
                <a:latin typeface="Aptos"/>
                <a:cs typeface="Aptos"/>
              </a:rPr>
              <a:t>Tracking useful matching line regions</a:t>
            </a:r>
          </a:p>
          <a:p>
            <a:pPr marL="285750" indent="-171450" algn="l">
              <a:buFont typeface="Arial"/>
              <a:buChar char="•"/>
            </a:pPr>
            <a:r>
              <a:rPr lang="en-US" sz="2100">
                <a:solidFill>
                  <a:srgbClr val="24313D"/>
                </a:solidFill>
                <a:latin typeface="Aptos"/>
                <a:cs typeface="Aptos"/>
              </a:rPr>
              <a:t>RLS issues</a:t>
            </a:r>
          </a:p>
          <a:p>
            <a:pPr marL="285750" indent="-171450" algn="l">
              <a:buFont typeface="Arial"/>
              <a:buChar char="•"/>
            </a:pPr>
            <a:r>
              <a:rPr lang="en-US" sz="2100">
                <a:solidFill>
                  <a:srgbClr val="24313D"/>
                </a:solidFill>
                <a:latin typeface="Aptos"/>
                <a:cs typeface="Aptos"/>
              </a:rPr>
              <a:t>Testing while in production</a:t>
            </a:r>
            <a:endParaRPr lang="en-US" sz="2100" dirty="0">
              <a:solidFill>
                <a:srgbClr val="24313D"/>
              </a:solidFill>
              <a:latin typeface="Aptos"/>
              <a:cs typeface="Aptos"/>
            </a:endParaRPr>
          </a:p>
        </p:txBody>
      </p:sp>
      <p:sp>
        <p:nvSpPr>
          <p:cNvPr id="21" name="Future Work"/>
          <p:cNvSpPr txBox="1"/>
          <p:nvPr/>
        </p:nvSpPr>
        <p:spPr>
          <a:xfrm>
            <a:off x="6263640" y="1234440"/>
            <a:ext cx="5212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D9BC"/>
            </a:solidFill>
          </a:ln>
        </p:spPr>
        <p:txBody>
          <a:bodyPr wrap="square" lIns="91440" tIns="91440" rIns="91440" bIns="91440" anchor="t"/>
          <a:lstStyle/>
          <a:p>
            <a:pPr algn="l"/>
            <a:r>
              <a:rPr lang="en-US" sz="2500" b="1">
                <a:solidFill>
                  <a:srgbClr val="1E4F7D"/>
                </a:solidFill>
                <a:latin typeface="Aptos"/>
                <a:cs typeface="Aptos"/>
              </a:rPr>
              <a:t>Lessons learned</a:t>
            </a:r>
          </a:p>
          <a:p>
            <a:pPr marL="285750" indent="-171450" algn="l">
              <a:buFont typeface="Arial"/>
              <a:buChar char="•"/>
            </a:pPr>
            <a:endParaRPr lang="en-US" sz="2100">
              <a:solidFill>
                <a:srgbClr val="24313D"/>
              </a:solidFill>
              <a:latin typeface="Aptos"/>
              <a:cs typeface="Aptos"/>
            </a:endParaRPr>
          </a:p>
          <a:p>
            <a:pPr marL="285750" indent="-171450" algn="l">
              <a:buFont typeface="Arial"/>
              <a:buChar char="•"/>
            </a:pPr>
            <a:r>
              <a:rPr lang="en-US" sz="2100">
                <a:solidFill>
                  <a:srgbClr val="24313D"/>
                </a:solidFill>
                <a:latin typeface="Aptos"/>
                <a:cs typeface="Aptos"/>
              </a:rPr>
              <a:t>Having a deeper understand of git and how to collaborate on </a:t>
            </a:r>
            <a:r>
              <a:rPr lang="en-US" sz="2100" err="1">
                <a:solidFill>
                  <a:srgbClr val="24313D"/>
                </a:solidFill>
                <a:latin typeface="Aptos"/>
                <a:cs typeface="Aptos"/>
              </a:rPr>
              <a:t>Github</a:t>
            </a:r>
            <a:r>
              <a:rPr lang="en-US" sz="2100">
                <a:solidFill>
                  <a:srgbClr val="24313D"/>
                </a:solidFill>
                <a:latin typeface="Aptos"/>
                <a:cs typeface="Aptos"/>
              </a:rPr>
              <a:t>. </a:t>
            </a:r>
          </a:p>
          <a:p>
            <a:pPr marL="285750" indent="-171450" algn="l">
              <a:buFont typeface="Arial"/>
              <a:buChar char="•"/>
            </a:pPr>
            <a:r>
              <a:rPr lang="en-US" sz="2100">
                <a:solidFill>
                  <a:srgbClr val="24313D"/>
                </a:solidFill>
                <a:latin typeface="Aptos"/>
                <a:cs typeface="Aptos"/>
              </a:rPr>
              <a:t>How to manage a team, meeting deadlines, and resolving conflicts between people. </a:t>
            </a:r>
          </a:p>
          <a:p>
            <a:pPr marL="285750" indent="-171450" algn="l">
              <a:buFont typeface="Arial"/>
              <a:buChar char="•"/>
            </a:pPr>
            <a:r>
              <a:rPr lang="en-US" sz="2100">
                <a:solidFill>
                  <a:srgbClr val="24313D"/>
                </a:solidFill>
                <a:latin typeface="Aptos"/>
                <a:cs typeface="Aptos"/>
              </a:rPr>
              <a:t>How to document the project properly.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"/>
          <p:cNvSpPr txBox="1"/>
          <p:nvPr/>
        </p:nvSpPr>
        <p:spPr>
          <a:xfrm>
            <a:off x="502920" y="228600"/>
            <a:ext cx="89611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US" sz="3300" b="1">
                <a:solidFill>
                  <a:srgbClr val="1E4F7D"/>
                </a:solidFill>
                <a:latin typeface="Aptos"/>
                <a:cs typeface="Aptos"/>
              </a:rPr>
              <a:t> Conclusion</a:t>
            </a:r>
          </a:p>
        </p:txBody>
      </p:sp>
      <p:sp>
        <p:nvSpPr>
          <p:cNvPr id="3" name="Title underline"/>
          <p:cNvSpPr/>
          <p:nvPr/>
        </p:nvSpPr>
        <p:spPr>
          <a:xfrm>
            <a:off x="548640" y="896112"/>
            <a:ext cx="1874519" cy="36576"/>
          </a:xfrm>
          <a:prstGeom prst="rect">
            <a:avLst/>
          </a:prstGeom>
          <a:solidFill>
            <a:srgbClr val="2B68A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Conclusion"/>
          <p:cNvSpPr txBox="1"/>
          <p:nvPr/>
        </p:nvSpPr>
        <p:spPr>
          <a:xfrm>
            <a:off x="495301" y="1170432"/>
            <a:ext cx="10980419" cy="4892040"/>
          </a:xfrm>
          <a:prstGeom prst="roundRect">
            <a:avLst/>
          </a:prstGeom>
          <a:solidFill>
            <a:srgbClr val="E0FBFC"/>
          </a:solidFill>
          <a:ln w="12700">
            <a:solidFill>
              <a:srgbClr val="2B68A1"/>
            </a:solidFill>
          </a:ln>
        </p:spPr>
        <p:txBody>
          <a:bodyPr wrap="square" lIns="68580" tIns="68580" rIns="68580" bIns="68580" anchor="t"/>
          <a:lstStyle/>
          <a:p>
            <a:pPr algn="l"/>
            <a:r>
              <a:rPr lang="en-US" sz="2400" b="1">
                <a:solidFill>
                  <a:srgbClr val="1E4F7D"/>
                </a:solidFill>
                <a:latin typeface="Aptos"/>
                <a:cs typeface="Aptos"/>
              </a:rPr>
              <a:t>Conclusion</a:t>
            </a:r>
          </a:p>
          <a:p>
            <a:pPr marL="285750" indent="-171450" algn="l">
              <a:buFont typeface="Arial"/>
              <a:buChar char="•"/>
            </a:pPr>
            <a:endParaRPr lang="en-US" sz="2800" dirty="0">
              <a:solidFill>
                <a:srgbClr val="24313D"/>
              </a:solidFill>
              <a:latin typeface="Aptos"/>
              <a:cs typeface="Aptos"/>
            </a:endParaRPr>
          </a:p>
          <a:p>
            <a:pPr marL="285750" indent="-171450" algn="l">
              <a:buFont typeface="Arial"/>
              <a:buChar char="•"/>
            </a:pPr>
            <a:r>
              <a:rPr lang="en-US" sz="2800">
                <a:solidFill>
                  <a:srgbClr val="24313D"/>
                </a:solidFill>
                <a:latin typeface="Aptos"/>
                <a:cs typeface="Aptos"/>
              </a:rPr>
              <a:t>Working full-stack plagiarism detection workflow</a:t>
            </a:r>
            <a:endParaRPr lang="en-US"/>
          </a:p>
          <a:p>
            <a:pPr marL="285750" indent="-171450" algn="l">
              <a:buFont typeface="Arial"/>
              <a:buChar char="•"/>
            </a:pPr>
            <a:r>
              <a:rPr lang="en-US" sz="2800">
                <a:solidFill>
                  <a:srgbClr val="24313D"/>
                </a:solidFill>
                <a:latin typeface="Aptos"/>
                <a:cs typeface="Aptos"/>
              </a:rPr>
              <a:t>Tokenization and K-gram hashing compare code structure</a:t>
            </a:r>
          </a:p>
          <a:p>
            <a:pPr marL="285750" indent="-171450" algn="l">
              <a:buFont typeface="Arial"/>
              <a:buChar char="•"/>
            </a:pPr>
            <a:r>
              <a:rPr lang="en-US" sz="2800">
                <a:solidFill>
                  <a:srgbClr val="24313D"/>
                </a:solidFill>
                <a:latin typeface="Aptos"/>
                <a:cs typeface="Aptos"/>
              </a:rPr>
              <a:t>Integrated frontend, backend, database, and storage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909952-2E2D-DA6A-DD3D-96C8E4FDFCEA}"/>
            </a:ext>
          </a:extLst>
        </p:cNvPr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1" name="Conclusion">
            <a:extLst>
              <a:ext uri="{FF2B5EF4-FFF2-40B4-BE49-F238E27FC236}">
                <a16:creationId xmlns:a16="http://schemas.microsoft.com/office/drawing/2014/main" id="{C897BFBB-5EB3-8E4D-D090-3395CD1685F1}"/>
              </a:ext>
            </a:extLst>
          </p:cNvPr>
          <p:cNvSpPr txBox="1"/>
          <p:nvPr/>
        </p:nvSpPr>
        <p:spPr>
          <a:xfrm>
            <a:off x="495301" y="1170432"/>
            <a:ext cx="10980419" cy="4892040"/>
          </a:xfrm>
          <a:prstGeom prst="roundRect">
            <a:avLst/>
          </a:prstGeom>
          <a:solidFill>
            <a:srgbClr val="E0FBFC"/>
          </a:solidFill>
          <a:ln w="12700">
            <a:solidFill>
              <a:srgbClr val="2B68A1"/>
            </a:solidFill>
          </a:ln>
        </p:spPr>
        <p:txBody>
          <a:bodyPr wrap="square" lIns="68580" tIns="68580" rIns="68580" bIns="68580" anchor="ctr"/>
          <a:lstStyle/>
          <a:p>
            <a:pPr marL="114300" algn="ctr"/>
            <a:r>
              <a:rPr lang="en-US" sz="7200">
                <a:solidFill>
                  <a:srgbClr val="24313D"/>
                </a:solidFill>
                <a:latin typeface="Aptos"/>
                <a:cs typeface="Aptos"/>
              </a:rPr>
              <a:t>Thank You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76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578</Words>
  <Application>Microsoft Macintosh PowerPoint</Application>
  <PresentationFormat>Widescreen</PresentationFormat>
  <Paragraphs>100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El-Kapitan Final Presentation</dc:title>
  <dc:creator>Codex</dc:creator>
  <cp:lastModifiedBy>Mehrbod Mehrabi</cp:lastModifiedBy>
  <cp:revision>125</cp:revision>
  <dcterms:created xsi:type="dcterms:W3CDTF">2026-04-13T22:41:35Z</dcterms:created>
  <dcterms:modified xsi:type="dcterms:W3CDTF">2026-04-23T00:24:49Z</dcterms:modified>
</cp:coreProperties>
</file>